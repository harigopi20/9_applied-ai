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68" r:id="rId6"/>
    <p:sldId id="264" r:id="rId7"/>
    <p:sldId id="277" r:id="rId8"/>
    <p:sldId id="262" r:id="rId9"/>
    <p:sldId id="280" r:id="rId10"/>
    <p:sldId id="281" r:id="rId11"/>
    <p:sldId id="257" r:id="rId12"/>
    <p:sldId id="263" r:id="rId13"/>
    <p:sldId id="282" r:id="rId14"/>
    <p:sldId id="279" r:id="rId15"/>
    <p:sldId id="274" r:id="rId16"/>
    <p:sldId id="261" r:id="rId17"/>
  </p:sldIdLst>
  <p:sldSz cx="12192000" cy="6858000"/>
  <p:notesSz cx="6858000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2" orient="horz" pos="1304" userDrawn="1">
          <p15:clr>
            <a:srgbClr val="A4A3A4"/>
          </p15:clr>
        </p15:guide>
        <p15:guide id="3" orient="horz" pos="3014" userDrawn="1">
          <p15:clr>
            <a:srgbClr val="A4A3A4"/>
          </p15:clr>
        </p15:guide>
        <p15:guide id="4" orient="horz" pos="1455" userDrawn="1">
          <p15:clr>
            <a:srgbClr val="A4A3A4"/>
          </p15:clr>
        </p15:guide>
        <p15:guide id="5" orient="horz" pos="1688" userDrawn="1">
          <p15:clr>
            <a:srgbClr val="A4A3A4"/>
          </p15:clr>
        </p15:guide>
        <p15:guide id="6" pos="7469" userDrawn="1">
          <p15:clr>
            <a:srgbClr val="A4A3A4"/>
          </p15:clr>
        </p15:guide>
        <p15:guide id="7" pos="3020" userDrawn="1">
          <p15:clr>
            <a:srgbClr val="A4A3A4"/>
          </p15:clr>
        </p15:guide>
        <p15:guide id="8" pos="339" userDrawn="1">
          <p15:clr>
            <a:srgbClr val="A4A3A4"/>
          </p15:clr>
        </p15:guide>
        <p15:guide id="9" pos="46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reas Prof. Dr. Fürst" initials="" lastIdx="1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33A"/>
    <a:srgbClr val="0038A8"/>
    <a:srgbClr val="008000"/>
    <a:srgbClr val="A50021"/>
    <a:srgbClr val="CC0000"/>
    <a:srgbClr val="6B6B6B"/>
    <a:srgbClr val="ABC7FF"/>
    <a:srgbClr val="DDDDDD"/>
    <a:srgbClr val="E9EDF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24DE90-0B2B-D7D4-44AB-F458007EF39C}" v="146" dt="2026-10-24T08:24:48.8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864"/>
        <p:guide orient="horz" pos="1304"/>
        <p:guide orient="horz" pos="3014"/>
        <p:guide orient="horz" pos="1455"/>
        <p:guide orient="horz" pos="1688"/>
        <p:guide pos="7469"/>
        <p:guide pos="3020"/>
        <p:guide pos="339"/>
        <p:guide pos="46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poor, Shally" userId="S::ot19ityp@fauad.fau.de::dfddf618-7e06-44a2-b2b4-d41bb6a158cd" providerId="AD" clId="Web-{3024DE90-0B2B-D7D4-44AB-F458007EF39C}"/>
    <pc:docChg chg="addSld delSld modSld sldOrd">
      <pc:chgData name="Kapoor, Shally" userId="S::ot19ityp@fauad.fau.de::dfddf618-7e06-44a2-b2b4-d41bb6a158cd" providerId="AD" clId="Web-{3024DE90-0B2B-D7D4-44AB-F458007EF39C}" dt="2026-10-24T08:24:47.482" v="130" actId="20577"/>
      <pc:docMkLst>
        <pc:docMk/>
      </pc:docMkLst>
      <pc:sldChg chg="add ord">
        <pc:chgData name="Kapoor, Shally" userId="S::ot19ityp@fauad.fau.de::dfddf618-7e06-44a2-b2b4-d41bb6a158cd" providerId="AD" clId="Web-{3024DE90-0B2B-D7D4-44AB-F458007EF39C}" dt="2026-10-24T08:22:55.364" v="113"/>
        <pc:sldMkLst>
          <pc:docMk/>
          <pc:sldMk cId="0" sldId="257"/>
        </pc:sldMkLst>
      </pc:sldChg>
      <pc:sldChg chg="modSp add del mod setBg">
        <pc:chgData name="Kapoor, Shally" userId="S::ot19ityp@fauad.fau.de::dfddf618-7e06-44a2-b2b4-d41bb6a158cd" providerId="AD" clId="Web-{3024DE90-0B2B-D7D4-44AB-F458007EF39C}" dt="2026-10-24T08:24:47.482" v="130" actId="20577"/>
        <pc:sldMkLst>
          <pc:docMk/>
          <pc:sldMk cId="0" sldId="263"/>
        </pc:sldMkLst>
        <pc:spChg chg="mod">
          <ac:chgData name="Kapoor, Shally" userId="S::ot19ityp@fauad.fau.de::dfddf618-7e06-44a2-b2b4-d41bb6a158cd" providerId="AD" clId="Web-{3024DE90-0B2B-D7D4-44AB-F458007EF39C}" dt="2026-10-24T08:23:58.838" v="119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Kapoor, Shally" userId="S::ot19ityp@fauad.fau.de::dfddf618-7e06-44a2-b2b4-d41bb6a158cd" providerId="AD" clId="Web-{3024DE90-0B2B-D7D4-44AB-F458007EF39C}" dt="2026-10-24T08:24:02.588" v="121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Kapoor, Shally" userId="S::ot19ityp@fauad.fau.de::dfddf618-7e06-44a2-b2b4-d41bb6a158cd" providerId="AD" clId="Web-{3024DE90-0B2B-D7D4-44AB-F458007EF39C}" dt="2026-10-24T08:24:08.104" v="123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Kapoor, Shally" userId="S::ot19ityp@fauad.fau.de::dfddf618-7e06-44a2-b2b4-d41bb6a158cd" providerId="AD" clId="Web-{3024DE90-0B2B-D7D4-44AB-F458007EF39C}" dt="2026-10-24T08:24:12.370" v="125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Kapoor, Shally" userId="S::ot19ityp@fauad.fau.de::dfddf618-7e06-44a2-b2b4-d41bb6a158cd" providerId="AD" clId="Web-{3024DE90-0B2B-D7D4-44AB-F458007EF39C}" dt="2026-10-24T08:24:15.683" v="127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Kapoor, Shally" userId="S::ot19ityp@fauad.fau.de::dfddf618-7e06-44a2-b2b4-d41bb6a158cd" providerId="AD" clId="Web-{3024DE90-0B2B-D7D4-44AB-F458007EF39C}" dt="2026-10-24T08:24:40.684" v="128"/>
          <ac:spMkLst>
            <pc:docMk/>
            <pc:sldMk cId="0" sldId="263"/>
            <ac:spMk id="11" creationId="{00000000-0000-0000-0000-000000000000}"/>
          </ac:spMkLst>
        </pc:spChg>
        <pc:spChg chg="mod">
          <ac:chgData name="Kapoor, Shally" userId="S::ot19ityp@fauad.fau.de::dfddf618-7e06-44a2-b2b4-d41bb6a158cd" providerId="AD" clId="Web-{3024DE90-0B2B-D7D4-44AB-F458007EF39C}" dt="2026-10-24T08:24:47.482" v="130" actId="2057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Kapoor, Shally" userId="S::ot19ityp@fauad.fau.de::dfddf618-7e06-44a2-b2b4-d41bb6a158cd" providerId="AD" clId="Web-{3024DE90-0B2B-D7D4-44AB-F458007EF39C}" dt="2026-10-24T08:17:11.277" v="82" actId="1076"/>
          <ac:spMkLst>
            <pc:docMk/>
            <pc:sldMk cId="0" sldId="263"/>
            <ac:spMk id="13" creationId="{00000000-0000-0000-0000-000000000000}"/>
          </ac:spMkLst>
        </pc:spChg>
      </pc:sldChg>
      <pc:sldChg chg="delSp modSp add replId">
        <pc:chgData name="Kapoor, Shally" userId="S::ot19ityp@fauad.fau.de::dfddf618-7e06-44a2-b2b4-d41bb6a158cd" providerId="AD" clId="Web-{3024DE90-0B2B-D7D4-44AB-F458007EF39C}" dt="2026-10-24T08:06:29.154" v="35"/>
        <pc:sldMkLst>
          <pc:docMk/>
          <pc:sldMk cId="3083034132" sldId="280"/>
        </pc:sldMkLst>
        <pc:spChg chg="mod">
          <ac:chgData name="Kapoor, Shally" userId="S::ot19ityp@fauad.fau.de::dfddf618-7e06-44a2-b2b4-d41bb6a158cd" providerId="AD" clId="Web-{3024DE90-0B2B-D7D4-44AB-F458007EF39C}" dt="2026-10-24T08:06:11.918" v="8" actId="20577"/>
          <ac:spMkLst>
            <pc:docMk/>
            <pc:sldMk cId="3083034132" sldId="280"/>
            <ac:spMk id="2" creationId="{B6A6D29C-86A8-4BF5-2DAA-BE84652314D7}"/>
          </ac:spMkLst>
        </pc:spChg>
        <pc:spChg chg="del">
          <ac:chgData name="Kapoor, Shally" userId="S::ot19ityp@fauad.fau.de::dfddf618-7e06-44a2-b2b4-d41bb6a158cd" providerId="AD" clId="Web-{3024DE90-0B2B-D7D4-44AB-F458007EF39C}" dt="2026-10-24T08:06:29.154" v="35"/>
          <ac:spMkLst>
            <pc:docMk/>
            <pc:sldMk cId="3083034132" sldId="280"/>
            <ac:spMk id="5" creationId="{C03BADB0-F1AC-FF82-1D31-E5C3CE139142}"/>
          </ac:spMkLst>
        </pc:spChg>
        <pc:spChg chg="del">
          <ac:chgData name="Kapoor, Shally" userId="S::ot19ityp@fauad.fau.de::dfddf618-7e06-44a2-b2b4-d41bb6a158cd" providerId="AD" clId="Web-{3024DE90-0B2B-D7D4-44AB-F458007EF39C}" dt="2026-10-24T08:06:18.090" v="10"/>
          <ac:spMkLst>
            <pc:docMk/>
            <pc:sldMk cId="3083034132" sldId="280"/>
            <ac:spMk id="6" creationId="{BF3DA323-4DE1-D417-FC5C-548CF32FE73B}"/>
          </ac:spMkLst>
        </pc:spChg>
        <pc:spChg chg="del">
          <ac:chgData name="Kapoor, Shally" userId="S::ot19ityp@fauad.fau.de::dfddf618-7e06-44a2-b2b4-d41bb6a158cd" providerId="AD" clId="Web-{3024DE90-0B2B-D7D4-44AB-F458007EF39C}" dt="2026-10-24T08:06:29.154" v="34"/>
          <ac:spMkLst>
            <pc:docMk/>
            <pc:sldMk cId="3083034132" sldId="280"/>
            <ac:spMk id="7" creationId="{38C2A1A9-D496-74B6-6AED-45A550C6867C}"/>
          </ac:spMkLst>
        </pc:spChg>
        <pc:spChg chg="del">
          <ac:chgData name="Kapoor, Shally" userId="S::ot19ityp@fauad.fau.de::dfddf618-7e06-44a2-b2b4-d41bb6a158cd" providerId="AD" clId="Web-{3024DE90-0B2B-D7D4-44AB-F458007EF39C}" dt="2026-10-24T08:06:29.154" v="31"/>
          <ac:spMkLst>
            <pc:docMk/>
            <pc:sldMk cId="3083034132" sldId="280"/>
            <ac:spMk id="10" creationId="{9D5D0967-0991-5BD3-3F5F-EEFD96D563A9}"/>
          </ac:spMkLst>
        </pc:spChg>
        <pc:spChg chg="del">
          <ac:chgData name="Kapoor, Shally" userId="S::ot19ityp@fauad.fau.de::dfddf618-7e06-44a2-b2b4-d41bb6a158cd" providerId="AD" clId="Web-{3024DE90-0B2B-D7D4-44AB-F458007EF39C}" dt="2026-10-24T08:06:29.154" v="30"/>
          <ac:spMkLst>
            <pc:docMk/>
            <pc:sldMk cId="3083034132" sldId="280"/>
            <ac:spMk id="16" creationId="{BCECC12F-8444-C42B-68D9-512DA03506AF}"/>
          </ac:spMkLst>
        </pc:spChg>
        <pc:spChg chg="del">
          <ac:chgData name="Kapoor, Shally" userId="S::ot19ityp@fauad.fau.de::dfddf618-7e06-44a2-b2b4-d41bb6a158cd" providerId="AD" clId="Web-{3024DE90-0B2B-D7D4-44AB-F458007EF39C}" dt="2026-10-24T08:06:29.154" v="28"/>
          <ac:spMkLst>
            <pc:docMk/>
            <pc:sldMk cId="3083034132" sldId="280"/>
            <ac:spMk id="35" creationId="{D72E10B8-AC8A-F84B-A846-BD424806CF9E}"/>
          </ac:spMkLst>
        </pc:spChg>
        <pc:spChg chg="del">
          <ac:chgData name="Kapoor, Shally" userId="S::ot19ityp@fauad.fau.de::dfddf618-7e06-44a2-b2b4-d41bb6a158cd" providerId="AD" clId="Web-{3024DE90-0B2B-D7D4-44AB-F458007EF39C}" dt="2026-10-24T08:06:16.512" v="9"/>
          <ac:spMkLst>
            <pc:docMk/>
            <pc:sldMk cId="3083034132" sldId="280"/>
            <ac:spMk id="37" creationId="{5FE70D4A-193B-1378-3AB9-7C57E1B22368}"/>
          </ac:spMkLst>
        </pc:spChg>
        <pc:spChg chg="del">
          <ac:chgData name="Kapoor, Shally" userId="S::ot19ityp@fauad.fau.de::dfddf618-7e06-44a2-b2b4-d41bb6a158cd" providerId="AD" clId="Web-{3024DE90-0B2B-D7D4-44AB-F458007EF39C}" dt="2026-10-24T08:06:29.154" v="27"/>
          <ac:spMkLst>
            <pc:docMk/>
            <pc:sldMk cId="3083034132" sldId="280"/>
            <ac:spMk id="39" creationId="{125131D4-670B-01F6-B0C6-50A0990F3836}"/>
          </ac:spMkLst>
        </pc:spChg>
        <pc:spChg chg="del">
          <ac:chgData name="Kapoor, Shally" userId="S::ot19ityp@fauad.fau.de::dfddf618-7e06-44a2-b2b4-d41bb6a158cd" providerId="AD" clId="Web-{3024DE90-0B2B-D7D4-44AB-F458007EF39C}" dt="2026-10-24T08:06:29.154" v="23"/>
          <ac:spMkLst>
            <pc:docMk/>
            <pc:sldMk cId="3083034132" sldId="280"/>
            <ac:spMk id="43" creationId="{2F328CB2-3AD4-F8EC-C6E0-7849BC702803}"/>
          </ac:spMkLst>
        </pc:spChg>
        <pc:spChg chg="del">
          <ac:chgData name="Kapoor, Shally" userId="S::ot19ityp@fauad.fau.de::dfddf618-7e06-44a2-b2b4-d41bb6a158cd" providerId="AD" clId="Web-{3024DE90-0B2B-D7D4-44AB-F458007EF39C}" dt="2026-10-24T08:06:29.154" v="19"/>
          <ac:spMkLst>
            <pc:docMk/>
            <pc:sldMk cId="3083034132" sldId="280"/>
            <ac:spMk id="50" creationId="{761A79DA-375B-2440-18BB-8BB289EAE043}"/>
          </ac:spMkLst>
        </pc:spChg>
        <pc:spChg chg="del">
          <ac:chgData name="Kapoor, Shally" userId="S::ot19ityp@fauad.fau.de::dfddf618-7e06-44a2-b2b4-d41bb6a158cd" providerId="AD" clId="Web-{3024DE90-0B2B-D7D4-44AB-F458007EF39C}" dt="2026-10-24T08:06:29.154" v="17"/>
          <ac:spMkLst>
            <pc:docMk/>
            <pc:sldMk cId="3083034132" sldId="280"/>
            <ac:spMk id="54" creationId="{DD68A064-AB08-19B0-8CF1-6EE086E5F404}"/>
          </ac:spMkLst>
        </pc:spChg>
        <pc:spChg chg="del">
          <ac:chgData name="Kapoor, Shally" userId="S::ot19ityp@fauad.fau.de::dfddf618-7e06-44a2-b2b4-d41bb6a158cd" providerId="AD" clId="Web-{3024DE90-0B2B-D7D4-44AB-F458007EF39C}" dt="2026-10-24T08:06:29.154" v="12"/>
          <ac:spMkLst>
            <pc:docMk/>
            <pc:sldMk cId="3083034132" sldId="280"/>
            <ac:spMk id="68" creationId="{074D4847-20B4-1134-D873-BE80E92151CC}"/>
          </ac:spMkLst>
        </pc:spChg>
        <pc:grpChg chg="del">
          <ac:chgData name="Kapoor, Shally" userId="S::ot19ityp@fauad.fau.de::dfddf618-7e06-44a2-b2b4-d41bb6a158cd" providerId="AD" clId="Web-{3024DE90-0B2B-D7D4-44AB-F458007EF39C}" dt="2026-10-24T08:06:29.154" v="26"/>
          <ac:grpSpMkLst>
            <pc:docMk/>
            <pc:sldMk cId="3083034132" sldId="280"/>
            <ac:grpSpMk id="20" creationId="{73253247-60AF-6775-07A6-A362E36522A1}"/>
          </ac:grpSpMkLst>
        </pc:grpChg>
        <pc:grpChg chg="del">
          <ac:chgData name="Kapoor, Shally" userId="S::ot19ityp@fauad.fau.de::dfddf618-7e06-44a2-b2b4-d41bb6a158cd" providerId="AD" clId="Web-{3024DE90-0B2B-D7D4-44AB-F458007EF39C}" dt="2026-10-24T08:06:29.154" v="25"/>
          <ac:grpSpMkLst>
            <pc:docMk/>
            <pc:sldMk cId="3083034132" sldId="280"/>
            <ac:grpSpMk id="21" creationId="{8DE0BC59-B35F-8AA8-788B-7FB4D3B8510E}"/>
          </ac:grpSpMkLst>
        </pc:grpChg>
        <pc:grpChg chg="del">
          <ac:chgData name="Kapoor, Shally" userId="S::ot19ityp@fauad.fau.de::dfddf618-7e06-44a2-b2b4-d41bb6a158cd" providerId="AD" clId="Web-{3024DE90-0B2B-D7D4-44AB-F458007EF39C}" dt="2026-10-24T08:06:29.154" v="24"/>
          <ac:grpSpMkLst>
            <pc:docMk/>
            <pc:sldMk cId="3083034132" sldId="280"/>
            <ac:grpSpMk id="22" creationId="{6347681A-6C53-1075-9998-5BB7EB7738E6}"/>
          </ac:grpSpMkLst>
        </pc:grpChg>
        <pc:picChg chg="del">
          <ac:chgData name="Kapoor, Shally" userId="S::ot19ityp@fauad.fau.de::dfddf618-7e06-44a2-b2b4-d41bb6a158cd" providerId="AD" clId="Web-{3024DE90-0B2B-D7D4-44AB-F458007EF39C}" dt="2026-10-24T08:06:29.154" v="33"/>
          <ac:picMkLst>
            <pc:docMk/>
            <pc:sldMk cId="3083034132" sldId="280"/>
            <ac:picMk id="12" creationId="{1988A286-FC3B-A2DD-68BD-9DCBEBEBA766}"/>
          </ac:picMkLst>
        </pc:picChg>
        <pc:picChg chg="del">
          <ac:chgData name="Kapoor, Shally" userId="S::ot19ityp@fauad.fau.de::dfddf618-7e06-44a2-b2b4-d41bb6a158cd" providerId="AD" clId="Web-{3024DE90-0B2B-D7D4-44AB-F458007EF39C}" dt="2026-10-24T08:06:29.154" v="32"/>
          <ac:picMkLst>
            <pc:docMk/>
            <pc:sldMk cId="3083034132" sldId="280"/>
            <ac:picMk id="14" creationId="{41B50217-DFD7-5DF2-E274-BD4C729546AD}"/>
          </ac:picMkLst>
        </pc:picChg>
        <pc:picChg chg="del">
          <ac:chgData name="Kapoor, Shally" userId="S::ot19ityp@fauad.fau.de::dfddf618-7e06-44a2-b2b4-d41bb6a158cd" providerId="AD" clId="Web-{3024DE90-0B2B-D7D4-44AB-F458007EF39C}" dt="2026-10-24T08:06:29.154" v="22"/>
          <ac:picMkLst>
            <pc:docMk/>
            <pc:sldMk cId="3083034132" sldId="280"/>
            <ac:picMk id="45" creationId="{A349184F-9C40-28B0-0E88-867781FC7F5F}"/>
          </ac:picMkLst>
        </pc:picChg>
        <pc:picChg chg="del">
          <ac:chgData name="Kapoor, Shally" userId="S::ot19ityp@fauad.fau.de::dfddf618-7e06-44a2-b2b4-d41bb6a158cd" providerId="AD" clId="Web-{3024DE90-0B2B-D7D4-44AB-F458007EF39C}" dt="2026-10-24T08:06:29.154" v="21"/>
          <ac:picMkLst>
            <pc:docMk/>
            <pc:sldMk cId="3083034132" sldId="280"/>
            <ac:picMk id="47" creationId="{4CE5C82F-704D-2F11-91F3-1C9C45CAD63D}"/>
          </ac:picMkLst>
        </pc:picChg>
        <pc:picChg chg="del">
          <ac:chgData name="Kapoor, Shally" userId="S::ot19ityp@fauad.fau.de::dfddf618-7e06-44a2-b2b4-d41bb6a158cd" providerId="AD" clId="Web-{3024DE90-0B2B-D7D4-44AB-F458007EF39C}" dt="2026-10-24T08:06:29.154" v="20"/>
          <ac:picMkLst>
            <pc:docMk/>
            <pc:sldMk cId="3083034132" sldId="280"/>
            <ac:picMk id="49" creationId="{FE170451-D82F-8A89-7F7B-F23CD568A1E7}"/>
          </ac:picMkLst>
        </pc:picChg>
        <pc:picChg chg="del">
          <ac:chgData name="Kapoor, Shally" userId="S::ot19ityp@fauad.fau.de::dfddf618-7e06-44a2-b2b4-d41bb6a158cd" providerId="AD" clId="Web-{3024DE90-0B2B-D7D4-44AB-F458007EF39C}" dt="2026-10-24T08:06:29.154" v="18"/>
          <ac:picMkLst>
            <pc:docMk/>
            <pc:sldMk cId="3083034132" sldId="280"/>
            <ac:picMk id="52" creationId="{FFC608CF-A60C-251D-CCEB-1405B5EAC1B4}"/>
          </ac:picMkLst>
        </pc:picChg>
        <pc:picChg chg="del">
          <ac:chgData name="Kapoor, Shally" userId="S::ot19ityp@fauad.fau.de::dfddf618-7e06-44a2-b2b4-d41bb6a158cd" providerId="AD" clId="Web-{3024DE90-0B2B-D7D4-44AB-F458007EF39C}" dt="2026-10-24T08:06:29.154" v="16"/>
          <ac:picMkLst>
            <pc:docMk/>
            <pc:sldMk cId="3083034132" sldId="280"/>
            <ac:picMk id="58" creationId="{E96A8310-1619-7DBD-BC9C-BF25AE89C7F0}"/>
          </ac:picMkLst>
        </pc:picChg>
        <pc:picChg chg="del">
          <ac:chgData name="Kapoor, Shally" userId="S::ot19ityp@fauad.fau.de::dfddf618-7e06-44a2-b2b4-d41bb6a158cd" providerId="AD" clId="Web-{3024DE90-0B2B-D7D4-44AB-F458007EF39C}" dt="2026-10-24T08:06:29.154" v="15"/>
          <ac:picMkLst>
            <pc:docMk/>
            <pc:sldMk cId="3083034132" sldId="280"/>
            <ac:picMk id="62" creationId="{85A89456-AA13-C804-5675-62A057213885}"/>
          </ac:picMkLst>
        </pc:picChg>
        <pc:picChg chg="del">
          <ac:chgData name="Kapoor, Shally" userId="S::ot19ityp@fauad.fau.de::dfddf618-7e06-44a2-b2b4-d41bb6a158cd" providerId="AD" clId="Web-{3024DE90-0B2B-D7D4-44AB-F458007EF39C}" dt="2026-10-24T08:06:29.154" v="14"/>
          <ac:picMkLst>
            <pc:docMk/>
            <pc:sldMk cId="3083034132" sldId="280"/>
            <ac:picMk id="64" creationId="{51A7676C-6095-6CC0-0491-EE6DCFE91F42}"/>
          </ac:picMkLst>
        </pc:picChg>
        <pc:picChg chg="del">
          <ac:chgData name="Kapoor, Shally" userId="S::ot19ityp@fauad.fau.de::dfddf618-7e06-44a2-b2b4-d41bb6a158cd" providerId="AD" clId="Web-{3024DE90-0B2B-D7D4-44AB-F458007EF39C}" dt="2026-10-24T08:06:29.154" v="13"/>
          <ac:picMkLst>
            <pc:docMk/>
            <pc:sldMk cId="3083034132" sldId="280"/>
            <ac:picMk id="66" creationId="{E6BD232D-96D7-4700-FBDA-7750805F83A3}"/>
          </ac:picMkLst>
        </pc:picChg>
        <pc:cxnChg chg="del mod">
          <ac:chgData name="Kapoor, Shally" userId="S::ot19ityp@fauad.fau.de::dfddf618-7e06-44a2-b2b4-d41bb6a158cd" providerId="AD" clId="Web-{3024DE90-0B2B-D7D4-44AB-F458007EF39C}" dt="2026-10-24T08:06:19.075" v="11"/>
          <ac:cxnSpMkLst>
            <pc:docMk/>
            <pc:sldMk cId="3083034132" sldId="280"/>
            <ac:cxnSpMk id="30" creationId="{E45D80A3-72F2-A320-30ED-31BCCC87F3F6}"/>
          </ac:cxnSpMkLst>
        </pc:cxnChg>
        <pc:cxnChg chg="del mod">
          <ac:chgData name="Kapoor, Shally" userId="S::ot19ityp@fauad.fau.de::dfddf618-7e06-44a2-b2b4-d41bb6a158cd" providerId="AD" clId="Web-{3024DE90-0B2B-D7D4-44AB-F458007EF39C}" dt="2026-10-24T08:06:29.154" v="29"/>
          <ac:cxnSpMkLst>
            <pc:docMk/>
            <pc:sldMk cId="3083034132" sldId="280"/>
            <ac:cxnSpMk id="33" creationId="{0535E707-E567-B334-5789-158774E3C1E8}"/>
          </ac:cxnSpMkLst>
        </pc:cxnChg>
      </pc:sldChg>
      <pc:sldChg chg="modSp new">
        <pc:chgData name="Kapoor, Shally" userId="S::ot19ityp@fauad.fau.de::dfddf618-7e06-44a2-b2b4-d41bb6a158cd" providerId="AD" clId="Web-{3024DE90-0B2B-D7D4-44AB-F458007EF39C}" dt="2026-10-24T08:09:14.134" v="49" actId="20577"/>
        <pc:sldMkLst>
          <pc:docMk/>
          <pc:sldMk cId="4099217081" sldId="281"/>
        </pc:sldMkLst>
        <pc:spChg chg="mod">
          <ac:chgData name="Kapoor, Shally" userId="S::ot19ityp@fauad.fau.de::dfddf618-7e06-44a2-b2b4-d41bb6a158cd" providerId="AD" clId="Web-{3024DE90-0B2B-D7D4-44AB-F458007EF39C}" dt="2026-10-24T08:09:14.134" v="49" actId="20577"/>
          <ac:spMkLst>
            <pc:docMk/>
            <pc:sldMk cId="4099217081" sldId="281"/>
            <ac:spMk id="2" creationId="{14B708CE-9C33-C928-8358-782386DDDCFE}"/>
          </ac:spMkLst>
        </pc:spChg>
      </pc:sldChg>
      <pc:sldChg chg="new">
        <pc:chgData name="Kapoor, Shally" userId="S::ot19ityp@fauad.fau.de::dfddf618-7e06-44a2-b2b4-d41bb6a158cd" providerId="AD" clId="Web-{3024DE90-0B2B-D7D4-44AB-F458007EF39C}" dt="2026-10-24T08:06:46.327" v="44"/>
        <pc:sldMkLst>
          <pc:docMk/>
          <pc:sldMk cId="1720462818" sldId="282"/>
        </pc:sldMkLst>
      </pc:sldChg>
      <pc:sldChg chg="delSp modSp add del mod setBg">
        <pc:chgData name="Kapoor, Shally" userId="S::ot19ityp@fauad.fau.de::dfddf618-7e06-44a2-b2b4-d41bb6a158cd" providerId="AD" clId="Web-{3024DE90-0B2B-D7D4-44AB-F458007EF39C}" dt="2026-10-24T08:23:22.757" v="116"/>
        <pc:sldMkLst>
          <pc:docMk/>
          <pc:sldMk cId="4074733869" sldId="283"/>
        </pc:sldMkLst>
        <pc:spChg chg="del">
          <ac:chgData name="Kapoor, Shally" userId="S::ot19ityp@fauad.fau.de::dfddf618-7e06-44a2-b2b4-d41bb6a158cd" providerId="AD" clId="Web-{3024DE90-0B2B-D7D4-44AB-F458007EF39C}" dt="2026-10-24T08:17:37.435" v="87"/>
          <ac:spMkLst>
            <pc:docMk/>
            <pc:sldMk cId="4074733869" sldId="283"/>
            <ac:spMk id="2" creationId="{00000000-0000-0000-0000-000000000000}"/>
          </ac:spMkLst>
        </pc:spChg>
        <pc:spChg chg="mod">
          <ac:chgData name="Kapoor, Shally" userId="S::ot19ityp@fauad.fau.de::dfddf618-7e06-44a2-b2b4-d41bb6a158cd" providerId="AD" clId="Web-{3024DE90-0B2B-D7D4-44AB-F458007EF39C}" dt="2026-10-24T08:17:41.342" v="88" actId="1076"/>
          <ac:spMkLst>
            <pc:docMk/>
            <pc:sldMk cId="4074733869" sldId="283"/>
            <ac:spMk id="3" creationId="{00000000-0000-0000-0000-000000000000}"/>
          </ac:spMkLst>
        </pc:spChg>
        <pc:spChg chg="mod">
          <ac:chgData name="Kapoor, Shally" userId="S::ot19ityp@fauad.fau.de::dfddf618-7e06-44a2-b2b4-d41bb6a158cd" providerId="AD" clId="Web-{3024DE90-0B2B-D7D4-44AB-F458007EF39C}" dt="2026-10-24T08:17:54.608" v="91" actId="20577"/>
          <ac:spMkLst>
            <pc:docMk/>
            <pc:sldMk cId="4074733869" sldId="283"/>
            <ac:spMk id="4" creationId="{00000000-0000-0000-0000-000000000000}"/>
          </ac:spMkLst>
        </pc:spChg>
        <pc:spChg chg="mod">
          <ac:chgData name="Kapoor, Shally" userId="S::ot19ityp@fauad.fau.de::dfddf618-7e06-44a2-b2b4-d41bb6a158cd" providerId="AD" clId="Web-{3024DE90-0B2B-D7D4-44AB-F458007EF39C}" dt="2026-10-24T08:18:42.596" v="111" actId="20577"/>
          <ac:spMkLst>
            <pc:docMk/>
            <pc:sldMk cId="4074733869" sldId="283"/>
            <ac:spMk id="7" creationId="{00000000-0000-0000-0000-000000000000}"/>
          </ac:spMkLst>
        </pc:spChg>
        <pc:spChg chg="mod">
          <ac:chgData name="Kapoor, Shally" userId="S::ot19ityp@fauad.fau.de::dfddf618-7e06-44a2-b2b4-d41bb6a158cd" providerId="AD" clId="Web-{3024DE90-0B2B-D7D4-44AB-F458007EF39C}" dt="2026-10-24T08:17:58.656" v="93" actId="20577"/>
          <ac:spMkLst>
            <pc:docMk/>
            <pc:sldMk cId="4074733869" sldId="283"/>
            <ac:spMk id="8" creationId="{00000000-0000-0000-0000-000000000000}"/>
          </ac:spMkLst>
        </pc:spChg>
        <pc:spChg chg="mod">
          <ac:chgData name="Kapoor, Shally" userId="S::ot19ityp@fauad.fau.de::dfddf618-7e06-44a2-b2b4-d41bb6a158cd" providerId="AD" clId="Web-{3024DE90-0B2B-D7D4-44AB-F458007EF39C}" dt="2026-10-24T08:18:37.237" v="109" actId="20577"/>
          <ac:spMkLst>
            <pc:docMk/>
            <pc:sldMk cId="4074733869" sldId="283"/>
            <ac:spMk id="11" creationId="{00000000-0000-0000-0000-000000000000}"/>
          </ac:spMkLst>
        </pc:spChg>
        <pc:spChg chg="mod">
          <ac:chgData name="Kapoor, Shally" userId="S::ot19ityp@fauad.fau.de::dfddf618-7e06-44a2-b2b4-d41bb6a158cd" providerId="AD" clId="Web-{3024DE90-0B2B-D7D4-44AB-F458007EF39C}" dt="2026-10-24T08:18:01.718" v="95" actId="20577"/>
          <ac:spMkLst>
            <pc:docMk/>
            <pc:sldMk cId="4074733869" sldId="283"/>
            <ac:spMk id="12" creationId="{00000000-0000-0000-0000-000000000000}"/>
          </ac:spMkLst>
        </pc:spChg>
        <pc:spChg chg="mod">
          <ac:chgData name="Kapoor, Shally" userId="S::ot19ityp@fauad.fau.de::dfddf618-7e06-44a2-b2b4-d41bb6a158cd" providerId="AD" clId="Web-{3024DE90-0B2B-D7D4-44AB-F458007EF39C}" dt="2026-10-24T08:18:31.877" v="105" actId="20577"/>
          <ac:spMkLst>
            <pc:docMk/>
            <pc:sldMk cId="4074733869" sldId="283"/>
            <ac:spMk id="15" creationId="{00000000-0000-0000-0000-000000000000}"/>
          </ac:spMkLst>
        </pc:spChg>
        <pc:spChg chg="mod">
          <ac:chgData name="Kapoor, Shally" userId="S::ot19ityp@fauad.fau.de::dfddf618-7e06-44a2-b2b4-d41bb6a158cd" providerId="AD" clId="Web-{3024DE90-0B2B-D7D4-44AB-F458007EF39C}" dt="2026-10-24T08:18:05.109" v="97" actId="20577"/>
          <ac:spMkLst>
            <pc:docMk/>
            <pc:sldMk cId="4074733869" sldId="283"/>
            <ac:spMk id="16" creationId="{00000000-0000-0000-0000-000000000000}"/>
          </ac:spMkLst>
        </pc:spChg>
        <pc:spChg chg="mod">
          <ac:chgData name="Kapoor, Shally" userId="S::ot19ityp@fauad.fau.de::dfddf618-7e06-44a2-b2b4-d41bb6a158cd" providerId="AD" clId="Web-{3024DE90-0B2B-D7D4-44AB-F458007EF39C}" dt="2026-10-24T08:18:14.204" v="103" actId="20577"/>
          <ac:spMkLst>
            <pc:docMk/>
            <pc:sldMk cId="4074733869" sldId="283"/>
            <ac:spMk id="19" creationId="{00000000-0000-0000-0000-000000000000}"/>
          </ac:spMkLst>
        </pc:spChg>
        <pc:spChg chg="mod">
          <ac:chgData name="Kapoor, Shally" userId="S::ot19ityp@fauad.fau.de::dfddf618-7e06-44a2-b2b4-d41bb6a158cd" providerId="AD" clId="Web-{3024DE90-0B2B-D7D4-44AB-F458007EF39C}" dt="2026-10-24T08:18:08.594" v="99" actId="20577"/>
          <ac:spMkLst>
            <pc:docMk/>
            <pc:sldMk cId="4074733869" sldId="283"/>
            <ac:spMk id="20" creationId="{00000000-0000-0000-0000-000000000000}"/>
          </ac:spMkLst>
        </pc:spChg>
      </pc:sldChg>
      <pc:sldMasterChg chg="addSldLayout">
        <pc:chgData name="Kapoor, Shally" userId="S::ot19ityp@fauad.fau.de::dfddf618-7e06-44a2-b2b4-d41bb6a158cd" providerId="AD" clId="Web-{3024DE90-0B2B-D7D4-44AB-F458007EF39C}" dt="2026-10-24T08:13:54.779" v="50"/>
        <pc:sldMasterMkLst>
          <pc:docMk/>
          <pc:sldMasterMk cId="0" sldId="2147483648"/>
        </pc:sldMasterMkLst>
        <pc:sldLayoutChg chg="add">
          <pc:chgData name="Kapoor, Shally" userId="S::ot19ityp@fauad.fau.de::dfddf618-7e06-44a2-b2b4-d41bb6a158cd" providerId="AD" clId="Web-{3024DE90-0B2B-D7D4-44AB-F458007EF39C}" dt="2026-10-24T08:13:54.779" v="50"/>
          <pc:sldLayoutMkLst>
            <pc:docMk/>
            <pc:sldMasterMk cId="0" sldId="2147483648"/>
            <pc:sldLayoutMk cId="1174903282" sldId="2147483662"/>
          </pc:sldLayoutMkLst>
        </pc:sldLayoutChg>
      </pc:sldMasterChg>
    </pc:docChg>
  </pc:docChgLst>
  <pc:docChgLst>
    <pc:chgData name="Schönhöfer, Sara" userId="5701404c-b039-45d3-85b8-55b6f0bbc7b9" providerId="ADAL" clId="{9BBE44E1-EE72-4A5F-B2D6-151B532D3AC0}"/>
    <pc:docChg chg="undo custSel addSld delSld modSld">
      <pc:chgData name="Schönhöfer, Sara" userId="5701404c-b039-45d3-85b8-55b6f0bbc7b9" providerId="ADAL" clId="{9BBE44E1-EE72-4A5F-B2D6-151B532D3AC0}" dt="2026-10-20T15:16:20.123" v="724" actId="478"/>
      <pc:docMkLst>
        <pc:docMk/>
      </pc:docMkLst>
      <pc:sldChg chg="delSp mod">
        <pc:chgData name="Schönhöfer, Sara" userId="5701404c-b039-45d3-85b8-55b6f0bbc7b9" providerId="ADAL" clId="{9BBE44E1-EE72-4A5F-B2D6-151B532D3AC0}" dt="2026-10-19T13:47:19.436" v="680" actId="478"/>
        <pc:sldMkLst>
          <pc:docMk/>
          <pc:sldMk cId="2396252565" sldId="261"/>
        </pc:sldMkLst>
      </pc:sldChg>
      <pc:sldChg chg="addSp delSp modSp mod">
        <pc:chgData name="Schönhöfer, Sara" userId="5701404c-b039-45d3-85b8-55b6f0bbc7b9" providerId="ADAL" clId="{9BBE44E1-EE72-4A5F-B2D6-151B532D3AC0}" dt="2026-10-19T17:17:09.531" v="685" actId="14100"/>
        <pc:sldMkLst>
          <pc:docMk/>
          <pc:sldMk cId="3476869012" sldId="262"/>
        </pc:sldMkLst>
        <pc:spChg chg="mod">
          <ac:chgData name="Schönhöfer, Sara" userId="5701404c-b039-45d3-85b8-55b6f0bbc7b9" providerId="ADAL" clId="{9BBE44E1-EE72-4A5F-B2D6-151B532D3AC0}" dt="2026-10-19T13:08:01.406" v="381" actId="1076"/>
          <ac:spMkLst>
            <pc:docMk/>
            <pc:sldMk cId="3476869012" sldId="262"/>
            <ac:spMk id="5" creationId="{443CDA92-5755-1A79-8631-AFC733653F22}"/>
          </ac:spMkLst>
        </pc:spChg>
        <pc:spChg chg="add mod">
          <ac:chgData name="Schönhöfer, Sara" userId="5701404c-b039-45d3-85b8-55b6f0bbc7b9" providerId="ADAL" clId="{9BBE44E1-EE72-4A5F-B2D6-151B532D3AC0}" dt="2026-10-19T17:17:05.081" v="684" actId="1076"/>
          <ac:spMkLst>
            <pc:docMk/>
            <pc:sldMk cId="3476869012" sldId="262"/>
            <ac:spMk id="6" creationId="{8B5F78CB-B515-9B0A-9BA8-BF118FEE3D7D}"/>
          </ac:spMkLst>
        </pc:spChg>
        <pc:spChg chg="mod">
          <ac:chgData name="Schönhöfer, Sara" userId="5701404c-b039-45d3-85b8-55b6f0bbc7b9" providerId="ADAL" clId="{9BBE44E1-EE72-4A5F-B2D6-151B532D3AC0}" dt="2026-10-19T13:02:52.236" v="204" actId="1076"/>
          <ac:spMkLst>
            <pc:docMk/>
            <pc:sldMk cId="3476869012" sldId="262"/>
            <ac:spMk id="7" creationId="{5C4913F4-AC22-5C66-595E-08FB7599EC90}"/>
          </ac:spMkLst>
        </pc:spChg>
        <pc:spChg chg="add mod">
          <ac:chgData name="Schönhöfer, Sara" userId="5701404c-b039-45d3-85b8-55b6f0bbc7b9" providerId="ADAL" clId="{9BBE44E1-EE72-4A5F-B2D6-151B532D3AC0}" dt="2026-10-19T12:59:10.133" v="170" actId="1076"/>
          <ac:spMkLst>
            <pc:docMk/>
            <pc:sldMk cId="3476869012" sldId="262"/>
            <ac:spMk id="10" creationId="{C68C0883-695A-8E8B-7937-9FCAEC73DFC3}"/>
          </ac:spMkLst>
        </pc:spChg>
        <pc:spChg chg="add mod">
          <ac:chgData name="Schönhöfer, Sara" userId="5701404c-b039-45d3-85b8-55b6f0bbc7b9" providerId="ADAL" clId="{9BBE44E1-EE72-4A5F-B2D6-151B532D3AC0}" dt="2026-10-19T12:59:25.302" v="172" actId="1076"/>
          <ac:spMkLst>
            <pc:docMk/>
            <pc:sldMk cId="3476869012" sldId="262"/>
            <ac:spMk id="16" creationId="{44042DEF-40FC-5D9E-CAE1-7BB4A3DC4715}"/>
          </ac:spMkLst>
        </pc:spChg>
        <pc:spChg chg="add mod">
          <ac:chgData name="Schönhöfer, Sara" userId="5701404c-b039-45d3-85b8-55b6f0bbc7b9" providerId="ADAL" clId="{9BBE44E1-EE72-4A5F-B2D6-151B532D3AC0}" dt="2026-10-19T12:55:55.936" v="94" actId="208"/>
          <ac:spMkLst>
            <pc:docMk/>
            <pc:sldMk cId="3476869012" sldId="262"/>
            <ac:spMk id="35" creationId="{4A6815F8-C01E-3661-5BCE-6EFD97C8B65F}"/>
          </ac:spMkLst>
        </pc:spChg>
        <pc:spChg chg="add mod">
          <ac:chgData name="Schönhöfer, Sara" userId="5701404c-b039-45d3-85b8-55b6f0bbc7b9" providerId="ADAL" clId="{9BBE44E1-EE72-4A5F-B2D6-151B532D3AC0}" dt="2026-10-19T17:17:01.928" v="683" actId="1076"/>
          <ac:spMkLst>
            <pc:docMk/>
            <pc:sldMk cId="3476869012" sldId="262"/>
            <ac:spMk id="37" creationId="{5B87C6F0-13D0-6766-13E4-B0BAEC8AA6CB}"/>
          </ac:spMkLst>
        </pc:spChg>
        <pc:spChg chg="add mod">
          <ac:chgData name="Schönhöfer, Sara" userId="5701404c-b039-45d3-85b8-55b6f0bbc7b9" providerId="ADAL" clId="{9BBE44E1-EE72-4A5F-B2D6-151B532D3AC0}" dt="2026-10-19T13:15:38.595" v="420" actId="20577"/>
          <ac:spMkLst>
            <pc:docMk/>
            <pc:sldMk cId="3476869012" sldId="262"/>
            <ac:spMk id="39" creationId="{65BF08CF-EB5D-2BF3-AE7E-EC8073D0E8CC}"/>
          </ac:spMkLst>
        </pc:spChg>
        <pc:spChg chg="add mod">
          <ac:chgData name="Schönhöfer, Sara" userId="5701404c-b039-45d3-85b8-55b6f0bbc7b9" providerId="ADAL" clId="{9BBE44E1-EE72-4A5F-B2D6-151B532D3AC0}" dt="2026-10-19T13:14:47.064" v="409" actId="1076"/>
          <ac:spMkLst>
            <pc:docMk/>
            <pc:sldMk cId="3476869012" sldId="262"/>
            <ac:spMk id="43" creationId="{37E0B043-4FB5-3B55-1461-F73D33969F87}"/>
          </ac:spMkLst>
        </pc:spChg>
        <pc:spChg chg="add mod">
          <ac:chgData name="Schönhöfer, Sara" userId="5701404c-b039-45d3-85b8-55b6f0bbc7b9" providerId="ADAL" clId="{9BBE44E1-EE72-4A5F-B2D6-151B532D3AC0}" dt="2026-10-19T13:14:44.373" v="407" actId="1076"/>
          <ac:spMkLst>
            <pc:docMk/>
            <pc:sldMk cId="3476869012" sldId="262"/>
            <ac:spMk id="50" creationId="{075185AE-2CED-A7E7-3D48-286A447C9765}"/>
          </ac:spMkLst>
        </pc:spChg>
        <pc:spChg chg="add mod">
          <ac:chgData name="Schönhöfer, Sara" userId="5701404c-b039-45d3-85b8-55b6f0bbc7b9" providerId="ADAL" clId="{9BBE44E1-EE72-4A5F-B2D6-151B532D3AC0}" dt="2026-10-19T13:18:54.498" v="482" actId="6549"/>
          <ac:spMkLst>
            <pc:docMk/>
            <pc:sldMk cId="3476869012" sldId="262"/>
            <ac:spMk id="54" creationId="{B1798713-B0B8-24FC-7CD4-354E02973565}"/>
          </ac:spMkLst>
        </pc:spChg>
        <pc:spChg chg="add mod">
          <ac:chgData name="Schönhöfer, Sara" userId="5701404c-b039-45d3-85b8-55b6f0bbc7b9" providerId="ADAL" clId="{9BBE44E1-EE72-4A5F-B2D6-151B532D3AC0}" dt="2026-10-19T13:19:39.045" v="494" actId="20577"/>
          <ac:spMkLst>
            <pc:docMk/>
            <pc:sldMk cId="3476869012" sldId="262"/>
            <ac:spMk id="68" creationId="{E0F006A7-2F61-CD19-03FB-D016CEFDCAD7}"/>
          </ac:spMkLst>
        </pc:spChg>
        <pc:grpChg chg="mod ord">
          <ac:chgData name="Schönhöfer, Sara" userId="5701404c-b039-45d3-85b8-55b6f0bbc7b9" providerId="ADAL" clId="{9BBE44E1-EE72-4A5F-B2D6-151B532D3AC0}" dt="2026-10-19T13:00:28.371" v="181" actId="1076"/>
          <ac:grpSpMkLst>
            <pc:docMk/>
            <pc:sldMk cId="3476869012" sldId="262"/>
            <ac:grpSpMk id="20" creationId="{2045AB28-7325-1261-13C3-48C748F84F61}"/>
          </ac:grpSpMkLst>
        </pc:grpChg>
        <pc:grpChg chg="mod ord">
          <ac:chgData name="Schönhöfer, Sara" userId="5701404c-b039-45d3-85b8-55b6f0bbc7b9" providerId="ADAL" clId="{9BBE44E1-EE72-4A5F-B2D6-151B532D3AC0}" dt="2026-10-19T13:00:35.132" v="183" actId="1076"/>
          <ac:grpSpMkLst>
            <pc:docMk/>
            <pc:sldMk cId="3476869012" sldId="262"/>
            <ac:grpSpMk id="21" creationId="{668DF78D-2C2F-329B-815C-7B42427FEF5A}"/>
          </ac:grpSpMkLst>
        </pc:grpChg>
        <pc:grpChg chg="mod ord">
          <ac:chgData name="Schönhöfer, Sara" userId="5701404c-b039-45d3-85b8-55b6f0bbc7b9" providerId="ADAL" clId="{9BBE44E1-EE72-4A5F-B2D6-151B532D3AC0}" dt="2026-10-19T13:00:41.484" v="184" actId="1076"/>
          <ac:grpSpMkLst>
            <pc:docMk/>
            <pc:sldMk cId="3476869012" sldId="262"/>
            <ac:grpSpMk id="22" creationId="{8340A244-33EA-243A-8806-9A117A1C5A0B}"/>
          </ac:grpSpMkLst>
        </pc:grpChg>
        <pc:picChg chg="mod">
          <ac:chgData name="Schönhöfer, Sara" userId="5701404c-b039-45d3-85b8-55b6f0bbc7b9" providerId="ADAL" clId="{9BBE44E1-EE72-4A5F-B2D6-151B532D3AC0}" dt="2026-10-19T13:00:50.954" v="188" actId="1035"/>
          <ac:picMkLst>
            <pc:docMk/>
            <pc:sldMk cId="3476869012" sldId="262"/>
            <ac:picMk id="12" creationId="{018262F9-EB21-DD12-30A7-D3F7FD75BB4F}"/>
          </ac:picMkLst>
        </pc:picChg>
        <pc:picChg chg="mod">
          <ac:chgData name="Schönhöfer, Sara" userId="5701404c-b039-45d3-85b8-55b6f0bbc7b9" providerId="ADAL" clId="{9BBE44E1-EE72-4A5F-B2D6-151B532D3AC0}" dt="2026-10-19T13:07:49.051" v="377" actId="1076"/>
          <ac:picMkLst>
            <pc:docMk/>
            <pc:sldMk cId="3476869012" sldId="262"/>
            <ac:picMk id="14" creationId="{E8421B17-3119-1C23-2766-A1816970FB20}"/>
          </ac:picMkLst>
        </pc:picChg>
        <pc:picChg chg="add mod">
          <ac:chgData name="Schönhöfer, Sara" userId="5701404c-b039-45d3-85b8-55b6f0bbc7b9" providerId="ADAL" clId="{9BBE44E1-EE72-4A5F-B2D6-151B532D3AC0}" dt="2026-10-19T13:14:50.774" v="410" actId="1076"/>
          <ac:picMkLst>
            <pc:docMk/>
            <pc:sldMk cId="3476869012" sldId="262"/>
            <ac:picMk id="45" creationId="{BD9314C6-210B-6C69-6615-687FED20437A}"/>
          </ac:picMkLst>
        </pc:picChg>
        <pc:picChg chg="add mod">
          <ac:chgData name="Schönhöfer, Sara" userId="5701404c-b039-45d3-85b8-55b6f0bbc7b9" providerId="ADAL" clId="{9BBE44E1-EE72-4A5F-B2D6-151B532D3AC0}" dt="2026-10-19T13:06:55.836" v="366" actId="1076"/>
          <ac:picMkLst>
            <pc:docMk/>
            <pc:sldMk cId="3476869012" sldId="262"/>
            <ac:picMk id="47" creationId="{48E189D6-95F5-6034-0629-1B1540CE8DED}"/>
          </ac:picMkLst>
        </pc:picChg>
        <pc:picChg chg="add mod">
          <ac:chgData name="Schönhöfer, Sara" userId="5701404c-b039-45d3-85b8-55b6f0bbc7b9" providerId="ADAL" clId="{9BBE44E1-EE72-4A5F-B2D6-151B532D3AC0}" dt="2026-10-19T13:06:42.608" v="361" actId="1076"/>
          <ac:picMkLst>
            <pc:docMk/>
            <pc:sldMk cId="3476869012" sldId="262"/>
            <ac:picMk id="49" creationId="{5B8FAC7D-20BF-E9FB-4AA4-30FB840E8326}"/>
          </ac:picMkLst>
        </pc:picChg>
        <pc:picChg chg="add mod">
          <ac:chgData name="Schönhöfer, Sara" userId="5701404c-b039-45d3-85b8-55b6f0bbc7b9" providerId="ADAL" clId="{9BBE44E1-EE72-4A5F-B2D6-151B532D3AC0}" dt="2026-10-19T13:07:41.793" v="376" actId="1076"/>
          <ac:picMkLst>
            <pc:docMk/>
            <pc:sldMk cId="3476869012" sldId="262"/>
            <ac:picMk id="52" creationId="{C07094E3-D95D-5632-3380-7AB39BA0CF2B}"/>
          </ac:picMkLst>
        </pc:picChg>
        <pc:picChg chg="add mod">
          <ac:chgData name="Schönhöfer, Sara" userId="5701404c-b039-45d3-85b8-55b6f0bbc7b9" providerId="ADAL" clId="{9BBE44E1-EE72-4A5F-B2D6-151B532D3AC0}" dt="2026-10-19T13:16:18.044" v="436" actId="1076"/>
          <ac:picMkLst>
            <pc:docMk/>
            <pc:sldMk cId="3476869012" sldId="262"/>
            <ac:picMk id="58" creationId="{9C456A93-A21A-6591-D07C-03A1F1E67A9E}"/>
          </ac:picMkLst>
        </pc:picChg>
        <pc:picChg chg="add mod">
          <ac:chgData name="Schönhöfer, Sara" userId="5701404c-b039-45d3-85b8-55b6f0bbc7b9" providerId="ADAL" clId="{9BBE44E1-EE72-4A5F-B2D6-151B532D3AC0}" dt="2026-10-19T13:17:53.671" v="464" actId="1076"/>
          <ac:picMkLst>
            <pc:docMk/>
            <pc:sldMk cId="3476869012" sldId="262"/>
            <ac:picMk id="62" creationId="{B27690B1-0C88-5D08-33ED-898B3AEE2B03}"/>
          </ac:picMkLst>
        </pc:picChg>
        <pc:picChg chg="add mod">
          <ac:chgData name="Schönhöfer, Sara" userId="5701404c-b039-45d3-85b8-55b6f0bbc7b9" providerId="ADAL" clId="{9BBE44E1-EE72-4A5F-B2D6-151B532D3AC0}" dt="2026-10-19T13:17:38.653" v="453" actId="1076"/>
          <ac:picMkLst>
            <pc:docMk/>
            <pc:sldMk cId="3476869012" sldId="262"/>
            <ac:picMk id="64" creationId="{C0BEB840-AA89-E801-05AD-75B37B40D2CB}"/>
          </ac:picMkLst>
        </pc:picChg>
        <pc:picChg chg="add mod">
          <ac:chgData name="Schönhöfer, Sara" userId="5701404c-b039-45d3-85b8-55b6f0bbc7b9" providerId="ADAL" clId="{9BBE44E1-EE72-4A5F-B2D6-151B532D3AC0}" dt="2026-10-19T13:18:13.563" v="466" actId="1076"/>
          <ac:picMkLst>
            <pc:docMk/>
            <pc:sldMk cId="3476869012" sldId="262"/>
            <ac:picMk id="66" creationId="{E0D09306-6876-0F2C-AA29-B3F65DF07054}"/>
          </ac:picMkLst>
        </pc:picChg>
        <pc:cxnChg chg="add mod">
          <ac:chgData name="Schönhöfer, Sara" userId="5701404c-b039-45d3-85b8-55b6f0bbc7b9" providerId="ADAL" clId="{9BBE44E1-EE72-4A5F-B2D6-151B532D3AC0}" dt="2026-10-19T17:17:09.531" v="685" actId="14100"/>
          <ac:cxnSpMkLst>
            <pc:docMk/>
            <pc:sldMk cId="3476869012" sldId="262"/>
            <ac:cxnSpMk id="30" creationId="{00500646-E1B0-9650-89FF-FB981E6B9F19}"/>
          </ac:cxnSpMkLst>
        </pc:cxnChg>
        <pc:cxnChg chg="add mod">
          <ac:chgData name="Schönhöfer, Sara" userId="5701404c-b039-45d3-85b8-55b6f0bbc7b9" providerId="ADAL" clId="{9BBE44E1-EE72-4A5F-B2D6-151B532D3AC0}" dt="2026-10-19T12:59:25.302" v="172" actId="1076"/>
          <ac:cxnSpMkLst>
            <pc:docMk/>
            <pc:sldMk cId="3476869012" sldId="262"/>
            <ac:cxnSpMk id="33" creationId="{8C5CA38C-6E5A-327A-9FD1-DC34FD360D9A}"/>
          </ac:cxnSpMkLst>
        </pc:cxnChg>
      </pc:sldChg>
      <pc:sldChg chg="addSp delSp modSp mod">
        <pc:chgData name="Schönhöfer, Sara" userId="5701404c-b039-45d3-85b8-55b6f0bbc7b9" providerId="ADAL" clId="{9BBE44E1-EE72-4A5F-B2D6-151B532D3AC0}" dt="2026-10-20T15:16:20.123" v="724" actId="478"/>
        <pc:sldMkLst>
          <pc:docMk/>
          <pc:sldMk cId="4292408286" sldId="264"/>
        </pc:sldMkLst>
      </pc:sldChg>
      <pc:sldChg chg="mod modShow">
        <pc:chgData name="Schönhöfer, Sara" userId="5701404c-b039-45d3-85b8-55b6f0bbc7b9" providerId="ADAL" clId="{9BBE44E1-EE72-4A5F-B2D6-151B532D3AC0}" dt="2026-10-20T15:13:54.016" v="693" actId="729"/>
        <pc:sldMkLst>
          <pc:docMk/>
          <pc:sldMk cId="4066773174" sldId="268"/>
        </pc:sldMkLst>
      </pc:sldChg>
      <pc:sldChg chg="delSp modSp mod modShow">
        <pc:chgData name="Schönhöfer, Sara" userId="5701404c-b039-45d3-85b8-55b6f0bbc7b9" providerId="ADAL" clId="{9BBE44E1-EE72-4A5F-B2D6-151B532D3AC0}" dt="2026-10-20T15:14:08.580" v="695" actId="729"/>
        <pc:sldMkLst>
          <pc:docMk/>
          <pc:sldMk cId="164434190" sldId="274"/>
        </pc:sldMkLst>
        <pc:spChg chg="mod">
          <ac:chgData name="Schönhöfer, Sara" userId="5701404c-b039-45d3-85b8-55b6f0bbc7b9" providerId="ADAL" clId="{9BBE44E1-EE72-4A5F-B2D6-151B532D3AC0}" dt="2026-10-19T13:43:50.491" v="654"/>
          <ac:spMkLst>
            <pc:docMk/>
            <pc:sldMk cId="164434190" sldId="274"/>
            <ac:spMk id="2" creationId="{FE7E925B-F01F-1C3C-4D8B-8A4B79DB029C}"/>
          </ac:spMkLst>
        </pc:spChg>
        <pc:graphicFrameChg chg="modGraphic">
          <ac:chgData name="Schönhöfer, Sara" userId="5701404c-b039-45d3-85b8-55b6f0bbc7b9" providerId="ADAL" clId="{9BBE44E1-EE72-4A5F-B2D6-151B532D3AC0}" dt="2026-10-19T13:44:41.078" v="677" actId="2161"/>
          <ac:graphicFrameMkLst>
            <pc:docMk/>
            <pc:sldMk cId="164434190" sldId="274"/>
            <ac:graphicFrameMk id="32" creationId="{08251744-EFF9-4FE1-6C07-E9939E48DC30}"/>
          </ac:graphicFrameMkLst>
        </pc:graphicFrameChg>
      </pc:sldChg>
      <pc:sldChg chg="addSp modSp mod">
        <pc:chgData name="Schönhöfer, Sara" userId="5701404c-b039-45d3-85b8-55b6f0bbc7b9" providerId="ADAL" clId="{9BBE44E1-EE72-4A5F-B2D6-151B532D3AC0}" dt="2026-10-20T15:14:51.013" v="717" actId="1036"/>
        <pc:sldMkLst>
          <pc:docMk/>
          <pc:sldMk cId="2514299520" sldId="277"/>
        </pc:sldMkLst>
        <pc:picChg chg="mod">
          <ac:chgData name="Schönhöfer, Sara" userId="5701404c-b039-45d3-85b8-55b6f0bbc7b9" providerId="ADAL" clId="{9BBE44E1-EE72-4A5F-B2D6-151B532D3AC0}" dt="2026-10-20T15:14:29.632" v="697" actId="207"/>
          <ac:picMkLst>
            <pc:docMk/>
            <pc:sldMk cId="2514299520" sldId="277"/>
            <ac:picMk id="16" creationId="{3B44874F-7BCF-D8D5-0E19-8C41DA00C6BF}"/>
          </ac:picMkLst>
        </pc:picChg>
        <pc:cxnChg chg="add mod">
          <ac:chgData name="Schönhöfer, Sara" userId="5701404c-b039-45d3-85b8-55b6f0bbc7b9" providerId="ADAL" clId="{9BBE44E1-EE72-4A5F-B2D6-151B532D3AC0}" dt="2026-10-20T15:14:51.013" v="717" actId="1036"/>
          <ac:cxnSpMkLst>
            <pc:docMk/>
            <pc:sldMk cId="2514299520" sldId="277"/>
            <ac:cxnSpMk id="5" creationId="{68C1F7CC-2CF7-DC98-72D6-7FFF25BE1DCE}"/>
          </ac:cxnSpMkLst>
        </pc:cxnChg>
      </pc:sldChg>
      <pc:sldChg chg="addSp delSp modSp new mod modShow">
        <pc:chgData name="Schönhöfer, Sara" userId="5701404c-b039-45d3-85b8-55b6f0bbc7b9" providerId="ADAL" clId="{9BBE44E1-EE72-4A5F-B2D6-151B532D3AC0}" dt="2026-10-20T15:13:59.091" v="694" actId="729"/>
        <pc:sldMkLst>
          <pc:docMk/>
          <pc:sldMk cId="2113910062" sldId="279"/>
        </pc:sldMkLst>
        <pc:spChg chg="mod">
          <ac:chgData name="Schönhöfer, Sara" userId="5701404c-b039-45d3-85b8-55b6f0bbc7b9" providerId="ADAL" clId="{9BBE44E1-EE72-4A5F-B2D6-151B532D3AC0}" dt="2026-10-19T13:44:08.396" v="674" actId="6549"/>
          <ac:spMkLst>
            <pc:docMk/>
            <pc:sldMk cId="2113910062" sldId="279"/>
            <ac:spMk id="2" creationId="{89559038-3E9C-593E-237D-FE3B4722C401}"/>
          </ac:spMkLst>
        </pc:spChg>
        <pc:spChg chg="add mod">
          <ac:chgData name="Schönhöfer, Sara" userId="5701404c-b039-45d3-85b8-55b6f0bbc7b9" providerId="ADAL" clId="{9BBE44E1-EE72-4A5F-B2D6-151B532D3AC0}" dt="2026-10-19T13:28:03.469" v="522" actId="14100"/>
          <ac:spMkLst>
            <pc:docMk/>
            <pc:sldMk cId="2113910062" sldId="279"/>
            <ac:spMk id="7" creationId="{5DE7FE05-2524-E7F3-AD03-6905A87CC98B}"/>
          </ac:spMkLst>
        </pc:spChg>
        <pc:spChg chg="add mod">
          <ac:chgData name="Schönhöfer, Sara" userId="5701404c-b039-45d3-85b8-55b6f0bbc7b9" providerId="ADAL" clId="{9BBE44E1-EE72-4A5F-B2D6-151B532D3AC0}" dt="2026-10-19T13:40:11.365" v="625" actId="113"/>
          <ac:spMkLst>
            <pc:docMk/>
            <pc:sldMk cId="2113910062" sldId="279"/>
            <ac:spMk id="8" creationId="{61363628-6B21-39D4-4B96-92E14BCA80C7}"/>
          </ac:spMkLst>
        </pc:spChg>
        <pc:spChg chg="add mod">
          <ac:chgData name="Schönhöfer, Sara" userId="5701404c-b039-45d3-85b8-55b6f0bbc7b9" providerId="ADAL" clId="{9BBE44E1-EE72-4A5F-B2D6-151B532D3AC0}" dt="2026-10-19T13:39:28.651" v="602" actId="1076"/>
          <ac:spMkLst>
            <pc:docMk/>
            <pc:sldMk cId="2113910062" sldId="279"/>
            <ac:spMk id="17" creationId="{8B7C39D4-2ECC-B014-5B42-73C8BF33F998}"/>
          </ac:spMkLst>
        </pc:spChg>
        <pc:spChg chg="add mod">
          <ac:chgData name="Schönhöfer, Sara" userId="5701404c-b039-45d3-85b8-55b6f0bbc7b9" providerId="ADAL" clId="{9BBE44E1-EE72-4A5F-B2D6-151B532D3AC0}" dt="2026-10-19T13:36:30.527" v="574" actId="20577"/>
          <ac:spMkLst>
            <pc:docMk/>
            <pc:sldMk cId="2113910062" sldId="279"/>
            <ac:spMk id="19" creationId="{C055734F-8E08-765D-1916-E5BA52AB2E92}"/>
          </ac:spMkLst>
        </pc:spChg>
        <pc:spChg chg="add mod">
          <ac:chgData name="Schönhöfer, Sara" userId="5701404c-b039-45d3-85b8-55b6f0bbc7b9" providerId="ADAL" clId="{9BBE44E1-EE72-4A5F-B2D6-151B532D3AC0}" dt="2026-10-19T13:40:51.424" v="644" actId="207"/>
          <ac:spMkLst>
            <pc:docMk/>
            <pc:sldMk cId="2113910062" sldId="279"/>
            <ac:spMk id="21" creationId="{C44C0EA9-A694-88CE-F2DF-4771E2013BAE}"/>
          </ac:spMkLst>
        </pc:spChg>
        <pc:spChg chg="add mod">
          <ac:chgData name="Schönhöfer, Sara" userId="5701404c-b039-45d3-85b8-55b6f0bbc7b9" providerId="ADAL" clId="{9BBE44E1-EE72-4A5F-B2D6-151B532D3AC0}" dt="2026-10-19T13:40:26.662" v="632" actId="1035"/>
          <ac:spMkLst>
            <pc:docMk/>
            <pc:sldMk cId="2113910062" sldId="279"/>
            <ac:spMk id="23" creationId="{511417BB-96BF-6E7C-8E81-ADAFBAF2F2F4}"/>
          </ac:spMkLst>
        </pc:spChg>
        <pc:spChg chg="add mod">
          <ac:chgData name="Schönhöfer, Sara" userId="5701404c-b039-45d3-85b8-55b6f0bbc7b9" providerId="ADAL" clId="{9BBE44E1-EE72-4A5F-B2D6-151B532D3AC0}" dt="2026-10-19T13:42:02.976" v="653" actId="1035"/>
          <ac:spMkLst>
            <pc:docMk/>
            <pc:sldMk cId="2113910062" sldId="279"/>
            <ac:spMk id="25" creationId="{E5DE2AD9-1BBE-8D54-820A-5C4B40C0BBCB}"/>
          </ac:spMkLst>
        </pc:spChg>
        <pc:picChg chg="add mod">
          <ac:chgData name="Schönhöfer, Sara" userId="5701404c-b039-45d3-85b8-55b6f0bbc7b9" providerId="ADAL" clId="{9BBE44E1-EE72-4A5F-B2D6-151B532D3AC0}" dt="2026-10-19T13:27:53.998" v="520" actId="1076"/>
          <ac:picMkLst>
            <pc:docMk/>
            <pc:sldMk cId="2113910062" sldId="279"/>
            <ac:picMk id="6" creationId="{8E397F1F-19D9-1988-7388-F8164CB33604}"/>
          </ac:picMkLst>
        </pc:picChg>
        <pc:picChg chg="add mod">
          <ac:chgData name="Schönhöfer, Sara" userId="5701404c-b039-45d3-85b8-55b6f0bbc7b9" providerId="ADAL" clId="{9BBE44E1-EE72-4A5F-B2D6-151B532D3AC0}" dt="2026-10-19T13:37:13.488" v="581" actId="1076"/>
          <ac:picMkLst>
            <pc:docMk/>
            <pc:sldMk cId="2113910062" sldId="279"/>
            <ac:picMk id="10" creationId="{2B9A805D-FDAB-9B07-F562-374D16E07424}"/>
          </ac:picMkLst>
        </pc:picChg>
        <pc:picChg chg="add mod">
          <ac:chgData name="Schönhöfer, Sara" userId="5701404c-b039-45d3-85b8-55b6f0bbc7b9" providerId="ADAL" clId="{9BBE44E1-EE72-4A5F-B2D6-151B532D3AC0}" dt="2026-10-19T13:40:30.700" v="639" actId="1035"/>
          <ac:picMkLst>
            <pc:docMk/>
            <pc:sldMk cId="2113910062" sldId="279"/>
            <ac:picMk id="12" creationId="{6B6FF44E-366E-B96C-6EEB-35BA3C339069}"/>
          </ac:picMkLst>
        </pc:picChg>
        <pc:picChg chg="add mod">
          <ac:chgData name="Schönhöfer, Sara" userId="5701404c-b039-45d3-85b8-55b6f0bbc7b9" providerId="ADAL" clId="{9BBE44E1-EE72-4A5F-B2D6-151B532D3AC0}" dt="2026-10-19T13:36:05.717" v="571" actId="1076"/>
          <ac:picMkLst>
            <pc:docMk/>
            <pc:sldMk cId="2113910062" sldId="279"/>
            <ac:picMk id="14" creationId="{C469D939-601A-BB21-7C34-ABFDD96F985D}"/>
          </ac:picMkLst>
        </pc:picChg>
        <pc:picChg chg="add mod">
          <ac:chgData name="Schönhöfer, Sara" userId="5701404c-b039-45d3-85b8-55b6f0bbc7b9" providerId="ADAL" clId="{9BBE44E1-EE72-4A5F-B2D6-151B532D3AC0}" dt="2026-10-19T13:39:33.363" v="603" actId="1076"/>
          <ac:picMkLst>
            <pc:docMk/>
            <pc:sldMk cId="2113910062" sldId="279"/>
            <ac:picMk id="16" creationId="{19A5D252-E4D4-AB3E-3546-C363A5FA264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66D68-FABB-4E61-B858-5610FA084985}" type="datetimeFigureOut">
              <a:rPr lang="de-DE" smtClean="0"/>
              <a:pPr/>
              <a:t>24.10.2026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9428583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D15E46-EF9A-4C02-9990-4DF38423448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73511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587BED-8E1B-40DB-8F5E-776BF68BC2BA}" type="datetimeFigureOut">
              <a:rPr lang="de-DE" smtClean="0"/>
              <a:pPr/>
              <a:t>24.10.2026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20650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715153"/>
            <a:ext cx="548640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9428583"/>
            <a:ext cx="297180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591ABE-D800-47DE-AA33-93A7B3CF18F2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6028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whole board on one slide. The Must column is the biggest because it holds all ten safety requirements. Should is mostly about using the app between visits; Could needs real store data or partners; Won't is either later or never.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decisions are open: whether the team accepts the stricter Must list compared with the spec, and the load limits. Once those are settled we build Release 1 against these requirement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/>
          <p:nvPr userDrawn="1"/>
        </p:nvSpPr>
        <p:spPr>
          <a:xfrm>
            <a:off x="0" y="3356992"/>
            <a:ext cx="12192000" cy="1296144"/>
          </a:xfrm>
          <a:prstGeom prst="rect">
            <a:avLst/>
          </a:prstGeom>
          <a:solidFill>
            <a:srgbClr val="0C204E"/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/>
          </a:p>
        </p:txBody>
      </p:sp>
      <p:sp>
        <p:nvSpPr>
          <p:cNvPr id="8" name="Rectangle 11"/>
          <p:cNvSpPr/>
          <p:nvPr userDrawn="1"/>
        </p:nvSpPr>
        <p:spPr>
          <a:xfrm>
            <a:off x="0" y="4646612"/>
            <a:ext cx="12192000" cy="108000"/>
          </a:xfrm>
          <a:prstGeom prst="rect">
            <a:avLst/>
          </a:prstGeom>
          <a:solidFill>
            <a:srgbClr val="949599"/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239349" y="3598655"/>
            <a:ext cx="11329259" cy="965969"/>
          </a:xfrm>
        </p:spPr>
        <p:txBody>
          <a:bodyPr>
            <a:normAutofit/>
          </a:bodyPr>
          <a:lstStyle>
            <a:lvl1pPr algn="l" defTabSz="779463">
              <a:defRPr lang="de-DE" sz="2400" cap="small" spc="3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779463">
              <a:defRPr/>
            </a:pPr>
            <a:r>
              <a:rPr lang="de-DE" sz="3600">
                <a:latin typeface="Arial" charset="0"/>
              </a:rPr>
              <a:t>„Titel der LV“</a:t>
            </a:r>
          </a:p>
        </p:txBody>
      </p:sp>
      <p:sp>
        <p:nvSpPr>
          <p:cNvPr id="9" name="Text Box 33"/>
          <p:cNvSpPr txBox="1">
            <a:spLocks noChangeArrowheads="1"/>
          </p:cNvSpPr>
          <p:nvPr userDrawn="1"/>
        </p:nvSpPr>
        <p:spPr bwMode="auto">
          <a:xfrm>
            <a:off x="239352" y="2348880"/>
            <a:ext cx="9859433" cy="971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7898" tIns="38949" rIns="77898" bIns="38949">
            <a:spAutoFit/>
          </a:bodyPr>
          <a:lstStyle/>
          <a:p>
            <a:pPr defTabSz="779463">
              <a:defRPr/>
            </a:pPr>
            <a:r>
              <a:rPr lang="en-GB" sz="2000" b="1" kern="1200" baseline="0">
                <a:solidFill>
                  <a:srgbClr val="00133A"/>
                </a:solidFill>
                <a:latin typeface="Calibri" pitchFamily="34" charset="0"/>
                <a:ea typeface="+mn-ea"/>
                <a:cs typeface="+mn-cs"/>
              </a:rPr>
              <a:t>Master of Business Administration in Digital Business &amp; AI </a:t>
            </a:r>
            <a:br>
              <a:rPr lang="en-GB" sz="2000" b="1" kern="1200" baseline="0">
                <a:solidFill>
                  <a:srgbClr val="00133A"/>
                </a:solidFill>
                <a:latin typeface="Calibri" pitchFamily="34" charset="0"/>
                <a:ea typeface="+mn-ea"/>
                <a:cs typeface="+mn-cs"/>
              </a:rPr>
            </a:br>
            <a:r>
              <a:rPr lang="de-DE" sz="2000" b="1" kern="1200" baseline="0">
                <a:solidFill>
                  <a:srgbClr val="00133A"/>
                </a:solidFill>
                <a:latin typeface="Calibri" pitchFamily="34" charset="0"/>
                <a:ea typeface="+mn-ea"/>
                <a:cs typeface="+mn-cs"/>
              </a:rPr>
              <a:t>2025-2027</a:t>
            </a:r>
          </a:p>
          <a:p>
            <a:pPr defTabSz="779463">
              <a:defRPr/>
            </a:pPr>
            <a:endParaRPr lang="de-DE" sz="1800" b="1">
              <a:latin typeface="Arial" charset="0"/>
            </a:endParaRPr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0152" y="1628800"/>
            <a:ext cx="3227326" cy="605760"/>
          </a:xfrm>
          <a:prstGeom prst="rect">
            <a:avLst/>
          </a:prstGeom>
        </p:spPr>
      </p:pic>
      <p:pic>
        <p:nvPicPr>
          <p:cNvPr id="10" name="Grafik 9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73217" y="5877044"/>
            <a:ext cx="3398518" cy="659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447595" y="116632"/>
            <a:ext cx="6048672" cy="576064"/>
          </a:xfrm>
        </p:spPr>
        <p:txBody>
          <a:bodyPr>
            <a:normAutofit/>
          </a:bodyPr>
          <a:lstStyle>
            <a:lvl1pPr algn="l">
              <a:defRPr sz="1800"/>
            </a:lvl1pPr>
          </a:lstStyle>
          <a:p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90460" y="785794"/>
            <a:ext cx="11713301" cy="5616624"/>
          </a:xfrm>
        </p:spPr>
        <p:txBody>
          <a:bodyPr>
            <a:normAutofit/>
          </a:bodyPr>
          <a:lstStyle>
            <a:lvl1pPr marL="263525" indent="-263525">
              <a:spcBef>
                <a:spcPts val="400"/>
              </a:spcBef>
              <a:buFont typeface="Wingdings" pitchFamily="2" charset="2"/>
              <a:buChar char="§"/>
              <a:defRPr sz="1600"/>
            </a:lvl1pPr>
            <a:lvl2pPr marL="538163" indent="-276225">
              <a:spcBef>
                <a:spcPts val="400"/>
              </a:spcBef>
              <a:buFont typeface="Symbol" pitchFamily="18" charset="2"/>
              <a:buChar char="-"/>
              <a:defRPr sz="1600"/>
            </a:lvl2pPr>
            <a:lvl3pPr marL="801688" indent="-261938">
              <a:spcBef>
                <a:spcPts val="400"/>
              </a:spcBef>
              <a:buFont typeface="Symbol" pitchFamily="18" charset="2"/>
              <a:buChar char="-"/>
              <a:defRPr sz="1600"/>
            </a:lvl3pPr>
            <a:lvl4pPr marL="1077913" indent="-265113">
              <a:spcBef>
                <a:spcPts val="400"/>
              </a:spcBef>
              <a:buFont typeface="Symbol" pitchFamily="18" charset="2"/>
              <a:buChar char="-"/>
              <a:defRPr sz="1600"/>
            </a:lvl4pPr>
            <a:lvl5pPr marL="1339850" indent="-261938" defTabSz="1077913">
              <a:spcBef>
                <a:spcPts val="400"/>
              </a:spcBef>
              <a:buFont typeface="Symbol" pitchFamily="18" charset="2"/>
              <a:buChar char="-"/>
              <a:defRPr sz="1600"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336000" y="6453336"/>
            <a:ext cx="11520000" cy="0"/>
          </a:xfrm>
          <a:prstGeom prst="line">
            <a:avLst/>
          </a:prstGeom>
          <a:ln w="28575">
            <a:solidFill>
              <a:srgbClr val="9495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336000" y="730796"/>
            <a:ext cx="11520000" cy="0"/>
          </a:xfrm>
          <a:prstGeom prst="line">
            <a:avLst/>
          </a:prstGeom>
          <a:ln w="28575">
            <a:solidFill>
              <a:srgbClr val="9495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107851" y="6492875"/>
            <a:ext cx="2844800" cy="252000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49599"/>
                </a:solidFill>
              </a:defRPr>
            </a:lvl1pPr>
          </a:lstStyle>
          <a:p>
            <a:r>
              <a:rPr lang="de-DE"/>
              <a:t>28. &amp; 29.10.2022 | S. </a:t>
            </a:r>
            <a:fld id="{561C198A-D571-4C92-B39D-4B64E46A377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5" name="Textfeld 14"/>
          <p:cNvSpPr txBox="1"/>
          <p:nvPr userDrawn="1"/>
        </p:nvSpPr>
        <p:spPr>
          <a:xfrm>
            <a:off x="239349" y="6492875"/>
            <a:ext cx="7008779" cy="268262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ctr">
              <a:defRPr sz="1200">
                <a:solidFill>
                  <a:schemeClr val="accent5"/>
                </a:solidFill>
              </a:defRPr>
            </a:lvl1pPr>
          </a:lstStyle>
          <a:p>
            <a:pPr lvl="0" algn="l"/>
            <a:r>
              <a:rPr lang="de-DE">
                <a:solidFill>
                  <a:srgbClr val="949599"/>
                </a:solidFill>
              </a:rPr>
              <a:t>MBA in</a:t>
            </a:r>
            <a:r>
              <a:rPr lang="de-DE" baseline="0">
                <a:solidFill>
                  <a:srgbClr val="949599"/>
                </a:solidFill>
              </a:rPr>
              <a:t> Digital Business &amp; AI 2025-2027</a:t>
            </a:r>
            <a:endParaRPr lang="de-DE">
              <a:solidFill>
                <a:srgbClr val="949599"/>
              </a:solidFill>
            </a:endParaRPr>
          </a:p>
        </p:txBody>
      </p: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9349" y="207066"/>
            <a:ext cx="2308362" cy="433273"/>
          </a:xfrm>
          <a:prstGeom prst="rect">
            <a:avLst/>
          </a:prstGeom>
        </p:spPr>
      </p:pic>
      <p:pic>
        <p:nvPicPr>
          <p:cNvPr id="12" name="Grafik 11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56528" y="89566"/>
            <a:ext cx="3398518" cy="659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ktion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 userDrawn="1"/>
        </p:nvSpPr>
        <p:spPr>
          <a:xfrm>
            <a:off x="0" y="4038600"/>
            <a:ext cx="12192000" cy="609600"/>
          </a:xfrm>
          <a:prstGeom prst="rect">
            <a:avLst/>
          </a:prstGeom>
          <a:solidFill>
            <a:srgbClr val="0C204E"/>
          </a:solidFill>
          <a:ln w="25400" cap="rnd" cmpd="sng" algn="ctr">
            <a:noFill/>
            <a:prstDash val="soli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1"/>
          </a:p>
        </p:txBody>
      </p:sp>
      <p:sp>
        <p:nvSpPr>
          <p:cNvPr id="4" name="Rectangle 10"/>
          <p:cNvSpPr/>
          <p:nvPr userDrawn="1"/>
        </p:nvSpPr>
        <p:spPr>
          <a:xfrm>
            <a:off x="0" y="4646616"/>
            <a:ext cx="12192000" cy="26987"/>
          </a:xfrm>
          <a:prstGeom prst="rect">
            <a:avLst/>
          </a:prstGeom>
          <a:solidFill>
            <a:srgbClr val="5C5C5C"/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4" name="Title 13"/>
          <p:cNvSpPr>
            <a:spLocks noGrp="1"/>
          </p:cNvSpPr>
          <p:nvPr>
            <p:ph type="ctrTitle" hasCustomPrompt="1"/>
          </p:nvPr>
        </p:nvSpPr>
        <p:spPr>
          <a:xfrm>
            <a:off x="239349" y="4114800"/>
            <a:ext cx="9652000" cy="533400"/>
          </a:xfrm>
          <a:prstGeom prst="rect">
            <a:avLst/>
          </a:prstGeom>
          <a:noFill/>
        </p:spPr>
        <p:txBody>
          <a:bodyPr vert="horz"/>
          <a:lstStyle>
            <a:lvl1pPr algn="l" eaLnBrk="1" latinLnBrk="0" hangingPunct="1">
              <a:defRPr kumimoji="0" sz="2000" b="1" cap="all" spc="150" baseline="0">
                <a:solidFill>
                  <a:schemeClr val="bg1"/>
                </a:solidFill>
              </a:defRPr>
            </a:lvl1pPr>
            <a:extLst/>
          </a:lstStyle>
          <a:p>
            <a:r>
              <a:rPr lang="en-US" err="1"/>
              <a:t>Kapiteltitel</a:t>
            </a:r>
            <a:endParaRPr lang="en-US"/>
          </a:p>
        </p:txBody>
      </p:sp>
      <p:sp>
        <p:nvSpPr>
          <p:cNvPr id="5" name="Rectangle 11"/>
          <p:cNvSpPr/>
          <p:nvPr userDrawn="1"/>
        </p:nvSpPr>
        <p:spPr>
          <a:xfrm>
            <a:off x="0" y="4646612"/>
            <a:ext cx="12192000" cy="36000"/>
          </a:xfrm>
          <a:prstGeom prst="rect">
            <a:avLst/>
          </a:prstGeom>
          <a:solidFill>
            <a:srgbClr val="949599"/>
          </a:solidFill>
          <a:ln w="25400" cap="rnd" cmpd="sng" algn="ctr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cxnSp>
        <p:nvCxnSpPr>
          <p:cNvPr id="18" name="Gerade Verbindung 17"/>
          <p:cNvCxnSpPr/>
          <p:nvPr userDrawn="1"/>
        </p:nvCxnSpPr>
        <p:spPr>
          <a:xfrm>
            <a:off x="336000" y="730796"/>
            <a:ext cx="11520000" cy="0"/>
          </a:xfrm>
          <a:prstGeom prst="line">
            <a:avLst/>
          </a:prstGeom>
          <a:ln w="28575">
            <a:solidFill>
              <a:srgbClr val="94959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107851" y="6492875"/>
            <a:ext cx="2844800" cy="252000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49599"/>
                </a:solidFill>
              </a:defRPr>
            </a:lvl1pPr>
          </a:lstStyle>
          <a:p>
            <a:r>
              <a:rPr lang="de-DE"/>
              <a:t>28. &amp; 29.10.2022 | S. </a:t>
            </a:r>
            <a:fld id="{561C198A-D571-4C92-B39D-4B64E46A377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6" name="Textfeld 15"/>
          <p:cNvSpPr txBox="1"/>
          <p:nvPr userDrawn="1"/>
        </p:nvSpPr>
        <p:spPr>
          <a:xfrm>
            <a:off x="239349" y="6492875"/>
            <a:ext cx="7008779" cy="268262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ctr">
              <a:defRPr sz="1200">
                <a:solidFill>
                  <a:schemeClr val="accent5"/>
                </a:solidFill>
              </a:defRPr>
            </a:lvl1pPr>
          </a:lstStyle>
          <a:p>
            <a:pPr lvl="0" algn="l"/>
            <a:r>
              <a:rPr lang="de-DE">
                <a:solidFill>
                  <a:srgbClr val="949599"/>
                </a:solidFill>
              </a:rPr>
              <a:t>MBA in</a:t>
            </a:r>
            <a:r>
              <a:rPr lang="de-DE" baseline="0">
                <a:solidFill>
                  <a:srgbClr val="949599"/>
                </a:solidFill>
              </a:rPr>
              <a:t> Digital Business &amp; AI 2025-2027</a:t>
            </a:r>
            <a:endParaRPr lang="de-DE">
              <a:solidFill>
                <a:srgbClr val="949599"/>
              </a:solidFill>
            </a:endParaRPr>
          </a:p>
        </p:txBody>
      </p:sp>
      <p:pic>
        <p:nvPicPr>
          <p:cNvPr id="11" name="Grafik 10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56528" y="89566"/>
            <a:ext cx="3398518" cy="659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31E7C588-6EE0-DA0D-5782-F02A440B54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6000" y="182655"/>
            <a:ext cx="2601376" cy="48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3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903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39351" y="116632"/>
            <a:ext cx="11713301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39351" y="764704"/>
            <a:ext cx="11713301" cy="5544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107851" y="6492875"/>
            <a:ext cx="2844800" cy="252000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949599"/>
                </a:solidFill>
              </a:defRPr>
            </a:lvl1pPr>
          </a:lstStyle>
          <a:p>
            <a:r>
              <a:rPr lang="de-DE"/>
              <a:t>28. &amp; 29.10.2022 | S. </a:t>
            </a:r>
            <a:fld id="{561C198A-D571-4C92-B39D-4B64E46A3772}" type="slidenum">
              <a:rPr lang="de-DE" smtClean="0"/>
              <a:pPr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2" r:id="rId4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525" indent="-263525" algn="l" defTabSz="914400" rtl="0" eaLnBrk="1" latinLnBrk="0" hangingPunct="1">
        <a:spcBef>
          <a:spcPts val="900"/>
        </a:spcBef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4638" algn="l" defTabSz="914400" rtl="0" eaLnBrk="1" latinLnBrk="0" hangingPunct="1">
        <a:spcBef>
          <a:spcPts val="900"/>
        </a:spcBef>
        <a:buFont typeface="Symbol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263525" algn="l" defTabSz="914400" rtl="0" eaLnBrk="1" latinLnBrk="0" hangingPunct="1">
        <a:spcBef>
          <a:spcPts val="900"/>
        </a:spcBef>
        <a:buFont typeface="Symbol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77913" indent="-276225" algn="l" defTabSz="914400" rtl="0" eaLnBrk="1" latinLnBrk="0" hangingPunct="1">
        <a:spcBef>
          <a:spcPts val="900"/>
        </a:spcBef>
        <a:buFont typeface="Symbol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39850" indent="-261938" algn="l" defTabSz="914400" rtl="0" eaLnBrk="1" latinLnBrk="0" hangingPunct="1">
        <a:spcBef>
          <a:spcPts val="900"/>
        </a:spcBef>
        <a:buFont typeface="Symbol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12" Type="http://schemas.openxmlformats.org/officeDocument/2006/relationships/image" Target="../media/image24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11" Type="http://schemas.openxmlformats.org/officeDocument/2006/relationships/image" Target="../media/image23.svg"/><Relationship Id="rId5" Type="http://schemas.openxmlformats.org/officeDocument/2006/relationships/image" Target="../media/image17.jpeg"/><Relationship Id="rId10" Type="http://schemas.openxmlformats.org/officeDocument/2006/relationships/image" Target="../media/image22.svg"/><Relationship Id="rId4" Type="http://schemas.openxmlformats.org/officeDocument/2006/relationships/image" Target="../media/image16.jpeg"/><Relationship Id="rId9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sp-research.com/market-reports/european-home-improvement-monitor/?utm_source=chatgpt.com" TargetMode="External"/><Relationship Id="rId3" Type="http://schemas.openxmlformats.org/officeDocument/2006/relationships/image" Target="../media/image26.svg"/><Relationship Id="rId7" Type="http://schemas.openxmlformats.org/officeDocument/2006/relationships/hyperlink" Target="https://www.thebusinessresearchcompany.com/report/do-it-yourself-diy-market-report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Relationship Id="rId9" Type="http://schemas.openxmlformats.org/officeDocument/2006/relationships/hyperlink" Target="https://www.obi.de/corporate/presse/pm_appinio?utm_source=chatgpt.com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hyperlink" Target="https://www.thebusinessresearchcompany.com/report/do-it-yourself-diy-market-repor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err="1">
                <a:latin typeface="Bahnschrift Condensed" panose="020B0502040204020203" pitchFamily="34" charset="0"/>
                <a:ea typeface="+mn-ea"/>
                <a:cs typeface="+mn-cs"/>
              </a:rPr>
              <a:t>ProjectBuddy</a:t>
            </a:r>
            <a:r>
              <a:rPr lang="en-US" sz="4000" noProof="0"/>
              <a:t> </a:t>
            </a:r>
            <a:r>
              <a:rPr lang="en-US" noProof="0"/>
              <a:t>- </a:t>
            </a:r>
            <a:r>
              <a:rPr lang="en-US" cap="none" noProof="0"/>
              <a:t>From First Idea to Final Touch.</a:t>
            </a:r>
          </a:p>
        </p:txBody>
      </p:sp>
      <p:sp>
        <p:nvSpPr>
          <p:cNvPr id="3" name="Rechteck 2"/>
          <p:cNvSpPr/>
          <p:nvPr/>
        </p:nvSpPr>
        <p:spPr>
          <a:xfrm>
            <a:off x="335360" y="4869160"/>
            <a:ext cx="110172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de-DE" sz="2000" b="1">
                <a:solidFill>
                  <a:schemeClr val="accent4">
                    <a:shade val="50000"/>
                  </a:schemeClr>
                </a:solidFill>
                <a:latin typeface="Calibri" pitchFamily="34" charset="0"/>
              </a:rPr>
              <a:t>Christoph Braun, </a:t>
            </a:r>
            <a:r>
              <a:rPr lang="de-DE" sz="2000" b="1" err="1">
                <a:solidFill>
                  <a:schemeClr val="accent4">
                    <a:shade val="50000"/>
                  </a:schemeClr>
                </a:solidFill>
                <a:latin typeface="Calibri" pitchFamily="34" charset="0"/>
              </a:rPr>
              <a:t>Hariram</a:t>
            </a:r>
            <a:r>
              <a:rPr lang="de-DE" sz="2000" b="1">
                <a:solidFill>
                  <a:schemeClr val="accent4">
                    <a:shade val="50000"/>
                  </a:schemeClr>
                </a:solidFill>
                <a:latin typeface="Calibri" pitchFamily="34" charset="0"/>
              </a:rPr>
              <a:t> Gopalakrishnan, Shally Kapoor, Patrik Saile, Sara Schönhöfer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33BC95-F0F2-E5F2-4D01-484F0F893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From Concept to MVP: A Structured Development Process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88B276-77F2-DC91-3749-713966080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November 7, 2026 | S. </a:t>
            </a:r>
            <a:fld id="{561C198A-D571-4C92-B39D-4B64E46A3772}" type="slidenum">
              <a:rPr lang="de-DE" smtClean="0"/>
              <a:pPr/>
              <a:t>2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0F130B6-6AED-6974-3B85-60AB0953F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536" y="2346425"/>
            <a:ext cx="1440000" cy="1440000"/>
          </a:xfrm>
          <a:prstGeom prst="rect">
            <a:avLst/>
          </a:prstGeom>
          <a:ln w="38100">
            <a:solidFill>
              <a:srgbClr val="00133A"/>
            </a:solidFill>
          </a:ln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C0A55EC-C232-A9D0-12DB-513EC6413A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225" y="2346425"/>
            <a:ext cx="1440000" cy="1440000"/>
          </a:xfrm>
          <a:prstGeom prst="rect">
            <a:avLst/>
          </a:prstGeom>
          <a:ln w="38100">
            <a:solidFill>
              <a:srgbClr val="00133A"/>
            </a:solidFill>
          </a:ln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4A4C963-EA14-1FC6-7EDC-5C07B311A4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912" y="2348880"/>
            <a:ext cx="1440000" cy="1440000"/>
          </a:xfrm>
          <a:prstGeom prst="rect">
            <a:avLst/>
          </a:prstGeom>
          <a:ln w="38100">
            <a:solidFill>
              <a:srgbClr val="00133A"/>
            </a:solidFill>
          </a:ln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16423E6-AB28-1188-F4C5-CE1FD1FD74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599" y="2346425"/>
            <a:ext cx="1440000" cy="1440000"/>
          </a:xfrm>
          <a:prstGeom prst="rect">
            <a:avLst/>
          </a:prstGeom>
          <a:ln w="38100">
            <a:solidFill>
              <a:srgbClr val="00133A"/>
            </a:solidFill>
          </a:ln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C9BFEADE-BD7A-1BE4-77B3-674D108F7E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87" y="2346425"/>
            <a:ext cx="1440000" cy="1440000"/>
          </a:xfrm>
          <a:prstGeom prst="rect">
            <a:avLst/>
          </a:prstGeom>
          <a:ln w="38100">
            <a:solidFill>
              <a:srgbClr val="00133A"/>
            </a:solidFill>
          </a:ln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7B0A5EF1-5144-4BAC-EBAD-5C5B2442504F}"/>
              </a:ext>
            </a:extLst>
          </p:cNvPr>
          <p:cNvSpPr/>
          <p:nvPr/>
        </p:nvSpPr>
        <p:spPr>
          <a:xfrm>
            <a:off x="407288" y="3786425"/>
            <a:ext cx="1440000" cy="792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cap="small">
                <a:solidFill>
                  <a:srgbClr val="00133A"/>
                </a:solidFill>
              </a:rPr>
              <a:t>Problem Description</a:t>
            </a:r>
            <a:endParaRPr lang="en-GB" b="1" cap="small">
              <a:solidFill>
                <a:srgbClr val="00133A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7D6EBEB-EA61-2229-58D0-1765C47DFE59}"/>
              </a:ext>
            </a:extLst>
          </p:cNvPr>
          <p:cNvSpPr/>
          <p:nvPr/>
        </p:nvSpPr>
        <p:spPr>
          <a:xfrm>
            <a:off x="2855599" y="3786425"/>
            <a:ext cx="1440000" cy="792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cap="small">
                <a:solidFill>
                  <a:srgbClr val="00133A"/>
                </a:solidFill>
              </a:rPr>
              <a:t>Research &amp; Validation</a:t>
            </a:r>
            <a:endParaRPr lang="en-GB" b="1" cap="small">
              <a:solidFill>
                <a:srgbClr val="00133A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4A7BB52-FFFD-BE04-BF5F-E4EBFB0FA7D7}"/>
              </a:ext>
            </a:extLst>
          </p:cNvPr>
          <p:cNvSpPr/>
          <p:nvPr/>
        </p:nvSpPr>
        <p:spPr>
          <a:xfrm>
            <a:off x="5303910" y="3786425"/>
            <a:ext cx="1440000" cy="792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cap="small" err="1">
                <a:solidFill>
                  <a:srgbClr val="00133A"/>
                </a:solidFill>
              </a:rPr>
              <a:t>Product</a:t>
            </a:r>
            <a:r>
              <a:rPr lang="de-DE" b="1" cap="small">
                <a:solidFill>
                  <a:srgbClr val="00133A"/>
                </a:solidFill>
              </a:rPr>
              <a:t> Design</a:t>
            </a:r>
            <a:endParaRPr lang="en-GB" b="1" cap="small">
              <a:solidFill>
                <a:srgbClr val="00133A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39B5198-0E5C-0AEB-F48C-83FA9E82C5E5}"/>
              </a:ext>
            </a:extLst>
          </p:cNvPr>
          <p:cNvSpPr/>
          <p:nvPr/>
        </p:nvSpPr>
        <p:spPr>
          <a:xfrm>
            <a:off x="7752225" y="3786425"/>
            <a:ext cx="1440000" cy="792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cap="small">
                <a:solidFill>
                  <a:srgbClr val="00133A"/>
                </a:solidFill>
              </a:rPr>
              <a:t>MVP </a:t>
            </a:r>
            <a:br>
              <a:rPr lang="de-DE" b="1" cap="small">
                <a:solidFill>
                  <a:srgbClr val="00133A"/>
                </a:solidFill>
              </a:rPr>
            </a:br>
            <a:r>
              <a:rPr lang="de-DE" b="1" cap="small">
                <a:solidFill>
                  <a:srgbClr val="00133A"/>
                </a:solidFill>
              </a:rPr>
              <a:t>Demo</a:t>
            </a:r>
            <a:endParaRPr lang="en-GB" b="1" cap="small">
              <a:solidFill>
                <a:srgbClr val="00133A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8B849A56-6CAE-073D-2870-A1B8A3B6B9FE}"/>
              </a:ext>
            </a:extLst>
          </p:cNvPr>
          <p:cNvSpPr/>
          <p:nvPr/>
        </p:nvSpPr>
        <p:spPr>
          <a:xfrm>
            <a:off x="10194312" y="3786425"/>
            <a:ext cx="1440000" cy="792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cap="small">
                <a:solidFill>
                  <a:srgbClr val="00133A"/>
                </a:solidFill>
              </a:rPr>
              <a:t>Key Takeaways</a:t>
            </a:r>
            <a:endParaRPr lang="en-GB" b="1" cap="small">
              <a:solidFill>
                <a:srgbClr val="00133A"/>
              </a:solidFill>
            </a:endParaRPr>
          </a:p>
        </p:txBody>
      </p:sp>
      <p:sp>
        <p:nvSpPr>
          <p:cNvPr id="25" name="Pfeil: nach rechts 24">
            <a:extLst>
              <a:ext uri="{FF2B5EF4-FFF2-40B4-BE49-F238E27FC236}">
                <a16:creationId xmlns:a16="http://schemas.microsoft.com/office/drawing/2014/main" id="{A3DD692D-73C4-0F3D-76E2-B5803CD2C90E}"/>
              </a:ext>
            </a:extLst>
          </p:cNvPr>
          <p:cNvSpPr/>
          <p:nvPr/>
        </p:nvSpPr>
        <p:spPr>
          <a:xfrm>
            <a:off x="2115735" y="2924944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Pfeil: nach rechts 26">
            <a:extLst>
              <a:ext uri="{FF2B5EF4-FFF2-40B4-BE49-F238E27FC236}">
                <a16:creationId xmlns:a16="http://schemas.microsoft.com/office/drawing/2014/main" id="{1506DF3C-F485-A654-6677-691C2BD8B795}"/>
              </a:ext>
            </a:extLst>
          </p:cNvPr>
          <p:cNvSpPr/>
          <p:nvPr/>
        </p:nvSpPr>
        <p:spPr>
          <a:xfrm>
            <a:off x="4544716" y="2924944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Pfeil: nach rechts 28">
            <a:extLst>
              <a:ext uri="{FF2B5EF4-FFF2-40B4-BE49-F238E27FC236}">
                <a16:creationId xmlns:a16="http://schemas.microsoft.com/office/drawing/2014/main" id="{4BD658FF-79E8-EE42-D522-2F094F5FBDAD}"/>
              </a:ext>
            </a:extLst>
          </p:cNvPr>
          <p:cNvSpPr/>
          <p:nvPr/>
        </p:nvSpPr>
        <p:spPr>
          <a:xfrm>
            <a:off x="6992927" y="2924944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Pfeil: nach rechts 30">
            <a:extLst>
              <a:ext uri="{FF2B5EF4-FFF2-40B4-BE49-F238E27FC236}">
                <a16:creationId xmlns:a16="http://schemas.microsoft.com/office/drawing/2014/main" id="{FF66F6A5-4F10-4483-1E2B-D544EADA1AA2}"/>
              </a:ext>
            </a:extLst>
          </p:cNvPr>
          <p:cNvSpPr/>
          <p:nvPr/>
        </p:nvSpPr>
        <p:spPr>
          <a:xfrm>
            <a:off x="9441340" y="2921979"/>
            <a:ext cx="504056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773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087048-9D23-572B-81F4-F2450BF8E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DIY Projects Often Fail Before They Even Begin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D87FA3-07DF-0FC0-803D-C9EF8767B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November 7, 2026 | S. </a:t>
            </a:r>
            <a:fld id="{561C198A-D571-4C92-B39D-4B64E46A3772}" type="slidenum">
              <a:rPr lang="de-DE" smtClean="0"/>
              <a:pPr/>
              <a:t>3</a:t>
            </a:fld>
            <a:endParaRPr lang="de-DE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2A5A3933-2A76-E442-A261-2D752A59D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889" r="16994"/>
          <a:stretch>
            <a:fillRect/>
          </a:stretch>
        </p:blipFill>
        <p:spPr>
          <a:xfrm>
            <a:off x="591263" y="870526"/>
            <a:ext cx="6345315" cy="5438794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07C52E69-C29B-B6B7-F9C3-19D3B37202B8}"/>
              </a:ext>
            </a:extLst>
          </p:cNvPr>
          <p:cNvSpPr/>
          <p:nvPr/>
        </p:nvSpPr>
        <p:spPr>
          <a:xfrm>
            <a:off x="7199639" y="870526"/>
            <a:ext cx="4608512" cy="5438793"/>
          </a:xfrm>
          <a:prstGeom prst="rect">
            <a:avLst/>
          </a:prstGeom>
          <a:solidFill>
            <a:srgbClr val="00133A"/>
          </a:solidFill>
          <a:ln>
            <a:solidFill>
              <a:srgbClr val="0013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spcAft>
                <a:spcPts val="1800"/>
              </a:spcAft>
            </a:pPr>
            <a:r>
              <a:rPr lang="en-GB" sz="2400" b="1" u="sng"/>
              <a:t>Problem</a:t>
            </a:r>
            <a:endParaRPr lang="en-GB" b="1" u="sng"/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/>
              <a:t>DIY projects require planning, material sourcing and step-by-step guidance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/>
              <a:t>Information is scattered across videos, blogs and online shops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/>
              <a:t>Beginners struggle to estimate the required materials and tools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/>
              <a:t>Finding the right products in a local hardware store is time-consuming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/>
              <a:t>Unclear instructions and missing materials lead to frustration and wasted money</a:t>
            </a:r>
          </a:p>
        </p:txBody>
      </p:sp>
      <p:sp>
        <p:nvSpPr>
          <p:cNvPr id="6" name="Denkblase: wolkenförmig 5">
            <a:extLst>
              <a:ext uri="{FF2B5EF4-FFF2-40B4-BE49-F238E27FC236}">
                <a16:creationId xmlns:a16="http://schemas.microsoft.com/office/drawing/2014/main" id="{A06B8830-957B-157B-324A-58EE0D16585F}"/>
              </a:ext>
            </a:extLst>
          </p:cNvPr>
          <p:cNvSpPr/>
          <p:nvPr/>
        </p:nvSpPr>
        <p:spPr>
          <a:xfrm>
            <a:off x="4992362" y="686970"/>
            <a:ext cx="2952328" cy="1046306"/>
          </a:xfrm>
          <a:prstGeom prst="cloudCallout">
            <a:avLst>
              <a:gd name="adj1" fmla="val -34983"/>
              <a:gd name="adj2" fmla="val 6435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>
                <a:solidFill>
                  <a:srgbClr val="00133A"/>
                </a:solidFill>
              </a:rPr>
              <a:t>I have an idea… now what?</a:t>
            </a:r>
            <a:endParaRPr lang="en-US" noProof="0">
              <a:solidFill>
                <a:srgbClr val="0013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408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42E5AA-19EF-BD56-23BD-C66E3ABC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One Idea Should Be Enough to Start a DIY Project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5596D8D-E08F-1E81-4D5A-BE5E1FAF1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28. &amp; 29.10.2022 | S. </a:t>
            </a:r>
            <a:fld id="{561C198A-D571-4C92-B39D-4B64E46A3772}" type="slidenum">
              <a:rPr lang="de-DE" smtClean="0"/>
              <a:pPr/>
              <a:t>4</a:t>
            </a:fld>
            <a:endParaRPr lang="de-DE"/>
          </a:p>
        </p:txBody>
      </p:sp>
      <p:pic>
        <p:nvPicPr>
          <p:cNvPr id="12" name="Inhaltsplatzhalter 8">
            <a:extLst>
              <a:ext uri="{FF2B5EF4-FFF2-40B4-BE49-F238E27FC236}">
                <a16:creationId xmlns:a16="http://schemas.microsoft.com/office/drawing/2014/main" id="{53F36285-08E5-26D9-74DE-AE7106581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889" r="16994"/>
          <a:stretch>
            <a:fillRect/>
          </a:stretch>
        </p:blipFill>
        <p:spPr>
          <a:xfrm>
            <a:off x="591263" y="870526"/>
            <a:ext cx="6345315" cy="543879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CCB9550-B199-32BF-FCAA-8A28490890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876" r="17008"/>
          <a:stretch>
            <a:fillRect/>
          </a:stretch>
        </p:blipFill>
        <p:spPr>
          <a:xfrm>
            <a:off x="591263" y="864230"/>
            <a:ext cx="6345315" cy="5438794"/>
          </a:xfrm>
          <a:prstGeom prst="rect">
            <a:avLst/>
          </a:prstGeom>
        </p:spPr>
      </p:pic>
      <p:pic>
        <p:nvPicPr>
          <p:cNvPr id="14" name="Grafik 13" descr="Laden mit einfarbiger Füllung">
            <a:extLst>
              <a:ext uri="{FF2B5EF4-FFF2-40B4-BE49-F238E27FC236}">
                <a16:creationId xmlns:a16="http://schemas.microsoft.com/office/drawing/2014/main" id="{00B7845A-75F0-1A79-4706-BED202D674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0136" y="3717032"/>
            <a:ext cx="914400" cy="914400"/>
          </a:xfrm>
          <a:prstGeom prst="rect">
            <a:avLst/>
          </a:prstGeom>
        </p:spPr>
      </p:pic>
      <p:pic>
        <p:nvPicPr>
          <p:cNvPr id="16" name="Grafik 15" descr="Workflow mit einfarbiger Füllung">
            <a:extLst>
              <a:ext uri="{FF2B5EF4-FFF2-40B4-BE49-F238E27FC236}">
                <a16:creationId xmlns:a16="http://schemas.microsoft.com/office/drawing/2014/main" id="{3B44874F-7BCF-D8D5-0E19-8C41DA00C6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0136" y="5013176"/>
            <a:ext cx="914400" cy="914400"/>
          </a:xfrm>
          <a:prstGeom prst="rect">
            <a:avLst/>
          </a:prstGeom>
        </p:spPr>
      </p:pic>
      <p:pic>
        <p:nvPicPr>
          <p:cNvPr id="18" name="Grafik 17" descr="Klemmbrett abgehakt mit einfarbiger Füllung">
            <a:extLst>
              <a:ext uri="{FF2B5EF4-FFF2-40B4-BE49-F238E27FC236}">
                <a16:creationId xmlns:a16="http://schemas.microsoft.com/office/drawing/2014/main" id="{ABC1C446-209F-CED1-BE81-F6B89AA0FD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0136" y="2420888"/>
            <a:ext cx="914400" cy="914400"/>
          </a:xfrm>
          <a:prstGeom prst="rect">
            <a:avLst/>
          </a:prstGeom>
        </p:spPr>
      </p:pic>
      <p:pic>
        <p:nvPicPr>
          <p:cNvPr id="20" name="Grafik 19" descr="Blaupause mit einfarbiger Füllung">
            <a:extLst>
              <a:ext uri="{FF2B5EF4-FFF2-40B4-BE49-F238E27FC236}">
                <a16:creationId xmlns:a16="http://schemas.microsoft.com/office/drawing/2014/main" id="{CC948F6D-97F9-40E2-0472-C1CDF3E3AC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20136" y="1124744"/>
            <a:ext cx="914400" cy="914400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05E3015B-9B4B-A928-2712-7B0DB688A466}"/>
              </a:ext>
            </a:extLst>
          </p:cNvPr>
          <p:cNvSpPr txBox="1"/>
          <p:nvPr/>
        </p:nvSpPr>
        <p:spPr>
          <a:xfrm>
            <a:off x="8496267" y="1166445"/>
            <a:ext cx="3312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1600">
                <a:solidFill>
                  <a:srgbClr val="00133A"/>
                </a:solidFill>
              </a:rPr>
              <a:t>Users describe their DIY idea in natural language – </a:t>
            </a:r>
            <a:r>
              <a:rPr lang="en-GB" sz="1600" err="1">
                <a:solidFill>
                  <a:srgbClr val="00133A"/>
                </a:solidFill>
                <a:latin typeface="Bahnschrift Condensed" panose="020B0502040204020203" pitchFamily="34" charset="0"/>
              </a:rPr>
              <a:t>ProjectBuddy</a:t>
            </a:r>
            <a:r>
              <a:rPr lang="en-GB" sz="1600">
                <a:solidFill>
                  <a:srgbClr val="00133A"/>
                </a:solidFill>
                <a:latin typeface="Bahnschrift Condensed" panose="020B0502040204020203" pitchFamily="34" charset="0"/>
              </a:rPr>
              <a:t> </a:t>
            </a:r>
            <a:r>
              <a:rPr lang="en-GB" sz="1600">
                <a:solidFill>
                  <a:srgbClr val="00133A"/>
                </a:solidFill>
              </a:rPr>
              <a:t>transforms it into a structured project plan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C14E6A4F-E052-37C1-65DF-37AF41CF8981}"/>
              </a:ext>
            </a:extLst>
          </p:cNvPr>
          <p:cNvSpPr txBox="1"/>
          <p:nvPr/>
        </p:nvSpPr>
        <p:spPr>
          <a:xfrm>
            <a:off x="8496266" y="2591160"/>
            <a:ext cx="33123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1600" err="1">
                <a:solidFill>
                  <a:srgbClr val="00133A"/>
                </a:solidFill>
                <a:latin typeface="Bahnschrift Condensed" panose="020B0502040204020203" pitchFamily="34" charset="0"/>
              </a:rPr>
              <a:t>ProjectBuddy</a:t>
            </a:r>
            <a:r>
              <a:rPr lang="en-GB" sz="1600">
                <a:solidFill>
                  <a:srgbClr val="00133A"/>
                </a:solidFill>
              </a:rPr>
              <a:t> generates a list of required materials and tools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B9DE976-A507-C6C1-072A-21F0FAFAACF4}"/>
              </a:ext>
            </a:extLst>
          </p:cNvPr>
          <p:cNvSpPr txBox="1"/>
          <p:nvPr/>
        </p:nvSpPr>
        <p:spPr>
          <a:xfrm>
            <a:off x="8496267" y="3881844"/>
            <a:ext cx="3312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84"/>
              </a:spcBef>
              <a:tabLst>
                <a:tab pos="0" algn="l"/>
              </a:tabLst>
            </a:pPr>
            <a:r>
              <a:rPr lang="en-GB" sz="1600" err="1">
                <a:solidFill>
                  <a:srgbClr val="00133A"/>
                </a:solidFill>
                <a:latin typeface="Bahnschrift Condensed" panose="020B0502040204020203" pitchFamily="34" charset="0"/>
              </a:rPr>
              <a:t>ProjectBuddy</a:t>
            </a:r>
            <a:r>
              <a:rPr lang="en-GB" sz="1600">
                <a:solidFill>
                  <a:srgbClr val="00133A"/>
                </a:solidFill>
              </a:rPr>
              <a:t> helps users find where to find the required materials</a:t>
            </a:r>
            <a:endParaRPr lang="en-GB" sz="1600">
              <a:solidFill>
                <a:srgbClr val="00133A"/>
              </a:solidFill>
              <a:latin typeface="+mn-lt"/>
              <a:cs typeface="+mn-cs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867B4DFA-A59E-68B7-38F8-ED1E5C9CA847}"/>
              </a:ext>
            </a:extLst>
          </p:cNvPr>
          <p:cNvSpPr txBox="1"/>
          <p:nvPr/>
        </p:nvSpPr>
        <p:spPr>
          <a:xfrm>
            <a:off x="8496266" y="5177988"/>
            <a:ext cx="33123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1600" dirty="0" err="1">
                <a:solidFill>
                  <a:srgbClr val="00133A"/>
                </a:solidFill>
                <a:latin typeface="Bahnschrift Condensed" panose="020B0502040204020203" pitchFamily="34" charset="0"/>
              </a:rPr>
              <a:t>ProjectBuddy</a:t>
            </a:r>
            <a:r>
              <a:rPr lang="en-GB" sz="1600" dirty="0">
                <a:solidFill>
                  <a:srgbClr val="00133A"/>
                </a:solidFill>
                <a:latin typeface="Bahnschrift Condensed" panose="020B0502040204020203" pitchFamily="34" charset="0"/>
              </a:rPr>
              <a:t> </a:t>
            </a:r>
            <a:r>
              <a:rPr lang="en-GB" sz="1600" dirty="0">
                <a:solidFill>
                  <a:srgbClr val="00133A"/>
                </a:solidFill>
              </a:rPr>
              <a:t>provides clear, structured instructions for each project phase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A65F4F8-7A44-7435-205D-FF276D779AE1}"/>
              </a:ext>
            </a:extLst>
          </p:cNvPr>
          <p:cNvSpPr txBox="1"/>
          <p:nvPr/>
        </p:nvSpPr>
        <p:spPr>
          <a:xfrm>
            <a:off x="7237276" y="1897086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84"/>
              </a:spcBef>
              <a:tabLst>
                <a:tab pos="0" algn="l"/>
              </a:tabLst>
            </a:pPr>
            <a:r>
              <a:rPr lang="en-US" sz="1400" b="1" cap="all" noProof="0">
                <a:solidFill>
                  <a:srgbClr val="00133A"/>
                </a:solidFill>
                <a:latin typeface="+mn-lt"/>
                <a:cs typeface="+mn-cs"/>
              </a:rPr>
              <a:t>Describe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CF68F2E4-4DAE-F9F3-9B31-034C3F887DBF}"/>
              </a:ext>
            </a:extLst>
          </p:cNvPr>
          <p:cNvSpPr txBox="1"/>
          <p:nvPr/>
        </p:nvSpPr>
        <p:spPr>
          <a:xfrm>
            <a:off x="7237276" y="321838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84"/>
              </a:spcBef>
              <a:tabLst>
                <a:tab pos="0" algn="l"/>
              </a:tabLst>
            </a:pPr>
            <a:r>
              <a:rPr lang="en-US" sz="1400" b="1" cap="all" noProof="0">
                <a:solidFill>
                  <a:srgbClr val="00133A"/>
                </a:solidFill>
                <a:latin typeface="+mn-lt"/>
                <a:cs typeface="+mn-cs"/>
              </a:rPr>
              <a:t>PREPARE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E65C07F3-B4DC-52A0-C0C5-6AD19ECAFAC8}"/>
              </a:ext>
            </a:extLst>
          </p:cNvPr>
          <p:cNvSpPr txBox="1"/>
          <p:nvPr/>
        </p:nvSpPr>
        <p:spPr>
          <a:xfrm>
            <a:off x="7237276" y="4466619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84"/>
              </a:spcBef>
              <a:tabLst>
                <a:tab pos="0" algn="l"/>
              </a:tabLst>
            </a:pPr>
            <a:r>
              <a:rPr lang="en-US" sz="1400" b="1" cap="all" noProof="0">
                <a:solidFill>
                  <a:srgbClr val="00133A"/>
                </a:solidFill>
                <a:latin typeface="+mn-lt"/>
                <a:cs typeface="+mn-cs"/>
              </a:rPr>
              <a:t>FIND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19F45B49-DC72-7D59-39DF-8668DDB2DDB5}"/>
              </a:ext>
            </a:extLst>
          </p:cNvPr>
          <p:cNvSpPr txBox="1"/>
          <p:nvPr/>
        </p:nvSpPr>
        <p:spPr>
          <a:xfrm>
            <a:off x="7237276" y="5773687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84"/>
              </a:spcBef>
              <a:tabLst>
                <a:tab pos="0" algn="l"/>
              </a:tabLst>
            </a:pPr>
            <a:r>
              <a:rPr lang="en-US" sz="1400" b="1" cap="all" noProof="0">
                <a:solidFill>
                  <a:srgbClr val="00133A"/>
                </a:solidFill>
                <a:latin typeface="+mn-lt"/>
                <a:cs typeface="+mn-cs"/>
              </a:rPr>
              <a:t>BUILD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68C1F7CC-2CF7-DC98-72D6-7FFF25BE1DCE}"/>
              </a:ext>
            </a:extLst>
          </p:cNvPr>
          <p:cNvCxnSpPr>
            <a:cxnSpLocks/>
          </p:cNvCxnSpPr>
          <p:nvPr/>
        </p:nvCxnSpPr>
        <p:spPr>
          <a:xfrm>
            <a:off x="7477760" y="4936956"/>
            <a:ext cx="4104640" cy="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299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A837C-6123-A2DA-5489-F2B9CDC79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72985B-B869-F857-B892-A808299C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We Help DIY Beginners Turn Ideas into Achievable Projects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001244-7F46-2A3E-048F-3193ECD438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November 7, 2026 | S. </a:t>
            </a:r>
            <a:fld id="{561C198A-D571-4C92-B39D-4B64E46A3772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43CDA92-5755-1A79-8631-AFC733653F22}"/>
              </a:ext>
            </a:extLst>
          </p:cNvPr>
          <p:cNvSpPr/>
          <p:nvPr/>
        </p:nvSpPr>
        <p:spPr>
          <a:xfrm>
            <a:off x="579490" y="1008362"/>
            <a:ext cx="11205142" cy="1620000"/>
          </a:xfrm>
          <a:prstGeom prst="rect">
            <a:avLst/>
          </a:prstGeom>
          <a:ln>
            <a:solidFill>
              <a:srgbClr val="0013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600" b="1">
                <a:solidFill>
                  <a:srgbClr val="00133A"/>
                </a:solidFill>
              </a:rPr>
              <a:t>	</a:t>
            </a:r>
            <a:endParaRPr lang="en-GB" sz="1600" b="1">
              <a:solidFill>
                <a:srgbClr val="00133A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C4913F4-AC22-5C66-595E-08FB7599EC90}"/>
              </a:ext>
            </a:extLst>
          </p:cNvPr>
          <p:cNvSpPr/>
          <p:nvPr/>
        </p:nvSpPr>
        <p:spPr>
          <a:xfrm>
            <a:off x="809415" y="2861139"/>
            <a:ext cx="10975217" cy="1620000"/>
          </a:xfrm>
          <a:prstGeom prst="rect">
            <a:avLst/>
          </a:prstGeom>
          <a:ln>
            <a:solidFill>
              <a:srgbClr val="0013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18262F9-EB21-DD12-30A7-D3F7FD75BB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3" t="9523" r="9523" b="14287"/>
          <a:stretch>
            <a:fillRect/>
          </a:stretch>
        </p:blipFill>
        <p:spPr>
          <a:xfrm>
            <a:off x="1048622" y="1124744"/>
            <a:ext cx="1512168" cy="1394424"/>
          </a:xfrm>
          <a:prstGeom prst="rect">
            <a:avLst/>
          </a:prstGeom>
          <a:ln>
            <a:noFill/>
          </a:ln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E8421B17-3119-1C23-2766-A1816970FB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15" t="11800" r="18584" b="18301"/>
          <a:stretch>
            <a:fillRect/>
          </a:stretch>
        </p:blipFill>
        <p:spPr>
          <a:xfrm>
            <a:off x="1305078" y="2947839"/>
            <a:ext cx="1510841" cy="1393200"/>
          </a:xfrm>
          <a:prstGeom prst="rect">
            <a:avLst/>
          </a:prstGeom>
          <a:ln>
            <a:noFill/>
          </a:ln>
        </p:spPr>
      </p:pic>
      <p:sp>
        <p:nvSpPr>
          <p:cNvPr id="6" name="Rechteck: obere Ecken abgerundet 5">
            <a:extLst>
              <a:ext uri="{FF2B5EF4-FFF2-40B4-BE49-F238E27FC236}">
                <a16:creationId xmlns:a16="http://schemas.microsoft.com/office/drawing/2014/main" id="{8B5F78CB-B515-9B0A-9BA8-BF118FEE3D7D}"/>
              </a:ext>
            </a:extLst>
          </p:cNvPr>
          <p:cNvSpPr/>
          <p:nvPr/>
        </p:nvSpPr>
        <p:spPr>
          <a:xfrm rot="16200000">
            <a:off x="134275" y="1152216"/>
            <a:ext cx="576064" cy="288032"/>
          </a:xfrm>
          <a:prstGeom prst="round2SameRect">
            <a:avLst/>
          </a:prstGeom>
          <a:solidFill>
            <a:srgbClr val="00133A"/>
          </a:solidFill>
          <a:ln>
            <a:solidFill>
              <a:srgbClr val="0013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>
                <a:solidFill>
                  <a:schemeClr val="bg1"/>
                </a:solidFill>
              </a:rPr>
              <a:t>1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68C0883-695A-8E8B-7937-9FCAEC73DFC3}"/>
              </a:ext>
            </a:extLst>
          </p:cNvPr>
          <p:cNvSpPr/>
          <p:nvPr/>
        </p:nvSpPr>
        <p:spPr>
          <a:xfrm>
            <a:off x="1199623" y="4713916"/>
            <a:ext cx="5854025" cy="162000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/>
          </a:p>
        </p:txBody>
      </p:sp>
      <p:sp>
        <p:nvSpPr>
          <p:cNvPr id="16" name="Rechteck: obere Ecken abgerundet 15">
            <a:extLst>
              <a:ext uri="{FF2B5EF4-FFF2-40B4-BE49-F238E27FC236}">
                <a16:creationId xmlns:a16="http://schemas.microsoft.com/office/drawing/2014/main" id="{44042DEF-40FC-5D9E-CAE1-7BB4A3DC4715}"/>
              </a:ext>
            </a:extLst>
          </p:cNvPr>
          <p:cNvSpPr/>
          <p:nvPr/>
        </p:nvSpPr>
        <p:spPr>
          <a:xfrm rot="16200000">
            <a:off x="360656" y="3527123"/>
            <a:ext cx="576064" cy="288032"/>
          </a:xfrm>
          <a:prstGeom prst="round2SameRect">
            <a:avLst/>
          </a:prstGeom>
          <a:solidFill>
            <a:srgbClr val="00133A"/>
          </a:solidFill>
          <a:ln>
            <a:solidFill>
              <a:srgbClr val="0013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>
                <a:solidFill>
                  <a:schemeClr val="bg1"/>
                </a:solidFill>
              </a:rPr>
              <a:t>2</a:t>
            </a:r>
            <a:endParaRPr lang="en-GB">
              <a:solidFill>
                <a:schemeClr val="bg1"/>
              </a:solidFill>
            </a:endParaRPr>
          </a:p>
        </p:txBody>
      </p:sp>
      <p:cxnSp>
        <p:nvCxnSpPr>
          <p:cNvPr id="30" name="Verbinder: gewinkelt 29">
            <a:extLst>
              <a:ext uri="{FF2B5EF4-FFF2-40B4-BE49-F238E27FC236}">
                <a16:creationId xmlns:a16="http://schemas.microsoft.com/office/drawing/2014/main" id="{00500646-E1B0-9650-89FF-FB981E6B9F19}"/>
              </a:ext>
            </a:extLst>
          </p:cNvPr>
          <p:cNvCxnSpPr>
            <a:stCxn id="6" idx="2"/>
            <a:endCxn id="16" idx="3"/>
          </p:cNvCxnSpPr>
          <p:nvPr/>
        </p:nvCxnSpPr>
        <p:spPr>
          <a:xfrm rot="16200000" flipH="1">
            <a:off x="-579948" y="2586518"/>
            <a:ext cx="2086875" cy="82365"/>
          </a:xfrm>
          <a:prstGeom prst="bentConnector4">
            <a:avLst>
              <a:gd name="adj1" fmla="val 50000"/>
              <a:gd name="adj2" fmla="val 4121"/>
            </a:avLst>
          </a:prstGeom>
          <a:ln w="19050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Verbinder: gewinkelt 32">
            <a:extLst>
              <a:ext uri="{FF2B5EF4-FFF2-40B4-BE49-F238E27FC236}">
                <a16:creationId xmlns:a16="http://schemas.microsoft.com/office/drawing/2014/main" id="{8C5CA38C-6E5A-327A-9FD1-DC34FD360D9A}"/>
              </a:ext>
            </a:extLst>
          </p:cNvPr>
          <p:cNvCxnSpPr>
            <a:cxnSpLocks/>
            <a:stCxn id="16" idx="2"/>
            <a:endCxn id="35" idx="3"/>
          </p:cNvCxnSpPr>
          <p:nvPr/>
        </p:nvCxnSpPr>
        <p:spPr>
          <a:xfrm rot="16200000" flipH="1">
            <a:off x="-268453" y="4876312"/>
            <a:ext cx="2090200" cy="255918"/>
          </a:xfrm>
          <a:prstGeom prst="bentConnector2">
            <a:avLst/>
          </a:prstGeom>
          <a:ln w="19050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Rechteck: obere Ecken abgerundet 34">
            <a:extLst>
              <a:ext uri="{FF2B5EF4-FFF2-40B4-BE49-F238E27FC236}">
                <a16:creationId xmlns:a16="http://schemas.microsoft.com/office/drawing/2014/main" id="{4A6815F8-C01E-3661-5BCE-6EFD97C8B65F}"/>
              </a:ext>
            </a:extLst>
          </p:cNvPr>
          <p:cNvSpPr/>
          <p:nvPr/>
        </p:nvSpPr>
        <p:spPr>
          <a:xfrm rot="16200000">
            <a:off x="760590" y="5905355"/>
            <a:ext cx="576064" cy="288032"/>
          </a:xfrm>
          <a:prstGeom prst="round2Same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>
                <a:solidFill>
                  <a:schemeClr val="bg1"/>
                </a:solidFill>
              </a:rPr>
              <a:t>X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5B87C6F0-13D0-6766-13E4-B0BAEC8AA6CB}"/>
              </a:ext>
            </a:extLst>
          </p:cNvPr>
          <p:cNvSpPr txBox="1"/>
          <p:nvPr/>
        </p:nvSpPr>
        <p:spPr>
          <a:xfrm>
            <a:off x="592029" y="1002799"/>
            <a:ext cx="430887" cy="161557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>
              <a:spcBef>
                <a:spcPts val="384"/>
              </a:spcBef>
              <a:tabLst>
                <a:tab pos="0" algn="l"/>
              </a:tabLst>
            </a:pPr>
            <a:r>
              <a:rPr lang="de-DE" sz="1600" b="1">
                <a:latin typeface="+mn-lt"/>
                <a:cs typeface="+mn-cs"/>
              </a:rPr>
              <a:t>Beginner</a:t>
            </a:r>
            <a:endParaRPr lang="en-GB" sz="1600" b="1">
              <a:latin typeface="+mn-lt"/>
              <a:cs typeface="+mn-cs"/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65BF08CF-EB5D-2BF3-AE7E-EC8073D0E8CC}"/>
              </a:ext>
            </a:extLst>
          </p:cNvPr>
          <p:cNvSpPr txBox="1"/>
          <p:nvPr/>
        </p:nvSpPr>
        <p:spPr>
          <a:xfrm>
            <a:off x="833178" y="2861138"/>
            <a:ext cx="430887" cy="16200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>
              <a:spcBef>
                <a:spcPts val="384"/>
              </a:spcBef>
              <a:tabLst>
                <a:tab pos="0" algn="l"/>
              </a:tabLst>
            </a:pPr>
            <a:r>
              <a:rPr lang="en-US" sz="1600" b="1" noProof="0">
                <a:latin typeface="+mn-lt"/>
                <a:cs typeface="+mn-cs"/>
              </a:rPr>
              <a:t>Occasional</a:t>
            </a:r>
            <a:endParaRPr lang="en-GB" sz="1600" b="1">
              <a:latin typeface="+mn-lt"/>
              <a:cs typeface="+mn-cs"/>
            </a:endParaRP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2045AB28-7325-1261-13C3-48C748F84F61}"/>
              </a:ext>
            </a:extLst>
          </p:cNvPr>
          <p:cNvGrpSpPr/>
          <p:nvPr/>
        </p:nvGrpSpPr>
        <p:grpSpPr>
          <a:xfrm>
            <a:off x="1433417" y="4869160"/>
            <a:ext cx="1350000" cy="1350000"/>
            <a:chOff x="407368" y="4725144"/>
            <a:chExt cx="1586802" cy="1586802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4DAAA5B2-2299-DA42-6678-67F172501F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07368" y="4725144"/>
              <a:ext cx="1586802" cy="1586802"/>
            </a:xfrm>
            <a:prstGeom prst="rect">
              <a:avLst/>
            </a:prstGeom>
            <a:ln w="38100">
              <a:solidFill>
                <a:srgbClr val="C00000"/>
              </a:solidFill>
            </a:ln>
          </p:spPr>
        </p:pic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2B1F98C2-5FA7-B8C3-7C3D-E173B1A49B11}"/>
                </a:ext>
              </a:extLst>
            </p:cNvPr>
            <p:cNvCxnSpPr/>
            <p:nvPr/>
          </p:nvCxnSpPr>
          <p:spPr>
            <a:xfrm flipV="1">
              <a:off x="407368" y="4725144"/>
              <a:ext cx="1586802" cy="15868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668DF78D-2C2F-329B-815C-7B42427FEF5A}"/>
              </a:ext>
            </a:extLst>
          </p:cNvPr>
          <p:cNvGrpSpPr/>
          <p:nvPr/>
        </p:nvGrpSpPr>
        <p:grpSpPr>
          <a:xfrm>
            <a:off x="3318142" y="4869160"/>
            <a:ext cx="1350000" cy="1350000"/>
            <a:chOff x="2275263" y="4725144"/>
            <a:chExt cx="1586802" cy="1586802"/>
          </a:xfrm>
        </p:grpSpPr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DD2E9F19-5CA5-CFB1-F64D-0EE392419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75263" y="4725144"/>
              <a:ext cx="1586802" cy="1586802"/>
            </a:xfrm>
            <a:prstGeom prst="rect">
              <a:avLst/>
            </a:prstGeom>
            <a:ln w="38100">
              <a:solidFill>
                <a:srgbClr val="C00000"/>
              </a:solidFill>
            </a:ln>
          </p:spPr>
        </p:pic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A81DBF4-ADA4-52F7-52A6-077A60506968}"/>
                </a:ext>
              </a:extLst>
            </p:cNvPr>
            <p:cNvCxnSpPr/>
            <p:nvPr/>
          </p:nvCxnSpPr>
          <p:spPr>
            <a:xfrm flipV="1">
              <a:off x="2275263" y="4725144"/>
              <a:ext cx="1586802" cy="15868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8340A244-33EA-243A-8806-9A117A1C5A0B}"/>
              </a:ext>
            </a:extLst>
          </p:cNvPr>
          <p:cNvGrpSpPr/>
          <p:nvPr/>
        </p:nvGrpSpPr>
        <p:grpSpPr>
          <a:xfrm>
            <a:off x="5185895" y="4869160"/>
            <a:ext cx="1350000" cy="1350000"/>
            <a:chOff x="4143158" y="4724078"/>
            <a:chExt cx="1586802" cy="1587868"/>
          </a:xfrm>
        </p:grpSpPr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5D92D717-1B93-0A71-49AB-EBAAD7576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43158" y="4725144"/>
              <a:ext cx="1586802" cy="1586802"/>
            </a:xfrm>
            <a:prstGeom prst="rect">
              <a:avLst/>
            </a:prstGeom>
            <a:ln w="38100">
              <a:solidFill>
                <a:srgbClr val="C00000"/>
              </a:solidFill>
            </a:ln>
          </p:spPr>
        </p:pic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F4E44551-F6B1-25C6-9A61-9F791D86DC97}"/>
                </a:ext>
              </a:extLst>
            </p:cNvPr>
            <p:cNvCxnSpPr/>
            <p:nvPr/>
          </p:nvCxnSpPr>
          <p:spPr>
            <a:xfrm flipV="1">
              <a:off x="4143158" y="4724078"/>
              <a:ext cx="1586802" cy="15868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feld 42">
            <a:extLst>
              <a:ext uri="{FF2B5EF4-FFF2-40B4-BE49-F238E27FC236}">
                <a16:creationId xmlns:a16="http://schemas.microsoft.com/office/drawing/2014/main" id="{37E0B043-4FB5-3B55-1461-F73D33969F87}"/>
              </a:ext>
            </a:extLst>
          </p:cNvPr>
          <p:cNvSpPr txBox="1"/>
          <p:nvPr/>
        </p:nvSpPr>
        <p:spPr>
          <a:xfrm>
            <a:off x="2881730" y="1124744"/>
            <a:ext cx="41719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84"/>
              </a:spcBef>
              <a:spcAft>
                <a:spcPts val="600"/>
              </a:spcAft>
              <a:tabLst>
                <a:tab pos="0" algn="l"/>
              </a:tabLst>
            </a:pPr>
            <a:r>
              <a:rPr lang="en-US" sz="1600" b="1" noProof="0">
                <a:solidFill>
                  <a:srgbClr val="00133A"/>
                </a:solidFill>
                <a:latin typeface="+mn-lt"/>
                <a:cs typeface="+mn-cs"/>
              </a:rPr>
              <a:t>Josie, 19</a:t>
            </a:r>
          </a:p>
          <a:p>
            <a:pPr>
              <a:tabLst>
                <a:tab pos="0" algn="l"/>
              </a:tabLst>
            </a:pPr>
            <a:r>
              <a:rPr lang="en-US" sz="1200" b="1" noProof="0">
                <a:solidFill>
                  <a:srgbClr val="00133A"/>
                </a:solidFill>
              </a:rPr>
              <a:t>	     </a:t>
            </a:r>
            <a:r>
              <a:rPr lang="en-US" sz="1600" b="1">
                <a:solidFill>
                  <a:srgbClr val="00133A"/>
                </a:solidFill>
              </a:rPr>
              <a:t>   </a:t>
            </a:r>
            <a:r>
              <a:rPr lang="en-US" sz="1600" noProof="0">
                <a:solidFill>
                  <a:srgbClr val="00133A"/>
                </a:solidFill>
              </a:rPr>
              <a:t>Erlangen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0" algn="l"/>
              </a:tabLst>
            </a:pPr>
            <a:r>
              <a:rPr lang="en-US" sz="1600" noProof="0">
                <a:solidFill>
                  <a:srgbClr val="00133A"/>
                </a:solidFill>
                <a:latin typeface="+mn-lt"/>
                <a:cs typeface="+mn-cs"/>
              </a:rPr>
              <a:t>       Student, working student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0" algn="l"/>
              </a:tabLst>
            </a:pPr>
            <a:r>
              <a:rPr lang="en-US" sz="1600" noProof="0">
                <a:solidFill>
                  <a:srgbClr val="00133A"/>
                </a:solidFill>
              </a:rPr>
              <a:t>       Student apartment</a:t>
            </a:r>
            <a:endParaRPr lang="en-US" sz="1600" noProof="0">
              <a:solidFill>
                <a:srgbClr val="00133A"/>
              </a:solidFill>
              <a:latin typeface="+mn-lt"/>
              <a:cs typeface="+mn-cs"/>
            </a:endParaRPr>
          </a:p>
        </p:txBody>
      </p:sp>
      <p:pic>
        <p:nvPicPr>
          <p:cNvPr id="45" name="Grafik 44" descr="Kommentar (wichtig) mit einfarbiger Füllung">
            <a:extLst>
              <a:ext uri="{FF2B5EF4-FFF2-40B4-BE49-F238E27FC236}">
                <a16:creationId xmlns:a16="http://schemas.microsoft.com/office/drawing/2014/main" id="{BD9314C6-210B-6C69-6615-687FED2043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6574" y="1000168"/>
            <a:ext cx="914400" cy="914400"/>
          </a:xfrm>
          <a:prstGeom prst="rect">
            <a:avLst/>
          </a:prstGeom>
        </p:spPr>
      </p:pic>
      <p:pic>
        <p:nvPicPr>
          <p:cNvPr id="47" name="Grafik 46" descr="Gebäude mit einfarbiger Füllung">
            <a:extLst>
              <a:ext uri="{FF2B5EF4-FFF2-40B4-BE49-F238E27FC236}">
                <a16:creationId xmlns:a16="http://schemas.microsoft.com/office/drawing/2014/main" id="{48E189D6-95F5-6034-0629-1B1540CE8D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81730" y="2142694"/>
            <a:ext cx="360000" cy="360000"/>
          </a:xfrm>
          <a:prstGeom prst="rect">
            <a:avLst/>
          </a:prstGeom>
        </p:spPr>
      </p:pic>
      <p:pic>
        <p:nvPicPr>
          <p:cNvPr id="49" name="Grafik 48" descr="Markierung mit einfarbiger Füllung">
            <a:extLst>
              <a:ext uri="{FF2B5EF4-FFF2-40B4-BE49-F238E27FC236}">
                <a16:creationId xmlns:a16="http://schemas.microsoft.com/office/drawing/2014/main" id="{5B8FAC7D-20BF-E9FB-4AA4-30FB840E83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02959" y="1429656"/>
            <a:ext cx="360000" cy="360000"/>
          </a:xfrm>
          <a:prstGeom prst="rect">
            <a:avLst/>
          </a:prstGeom>
        </p:spPr>
      </p:pic>
      <p:sp>
        <p:nvSpPr>
          <p:cNvPr id="50" name="Textfeld 49">
            <a:extLst>
              <a:ext uri="{FF2B5EF4-FFF2-40B4-BE49-F238E27FC236}">
                <a16:creationId xmlns:a16="http://schemas.microsoft.com/office/drawing/2014/main" id="{075185AE-2CED-A7E7-3D48-286A447C9765}"/>
              </a:ext>
            </a:extLst>
          </p:cNvPr>
          <p:cNvSpPr txBox="1"/>
          <p:nvPr/>
        </p:nvSpPr>
        <p:spPr>
          <a:xfrm>
            <a:off x="6775295" y="1052929"/>
            <a:ext cx="4912033" cy="152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384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1600" noProof="0">
                <a:solidFill>
                  <a:srgbClr val="00133A"/>
                </a:solidFill>
                <a:latin typeface="+mn-lt"/>
                <a:cs typeface="+mn-cs"/>
              </a:rPr>
              <a:t>Simple step-by-step instructions</a:t>
            </a:r>
          </a:p>
          <a:p>
            <a:pPr marL="285750" indent="-285750">
              <a:spcBef>
                <a:spcPts val="384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1600" noProof="0">
                <a:solidFill>
                  <a:srgbClr val="00133A"/>
                </a:solidFill>
                <a:latin typeface="+mn-lt"/>
                <a:cs typeface="+mn-cs"/>
              </a:rPr>
              <a:t>Avoid mistakes and feel confident</a:t>
            </a:r>
          </a:p>
          <a:p>
            <a:pPr marL="285750" indent="-285750">
              <a:spcBef>
                <a:spcPts val="384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1600" noProof="0">
                <a:solidFill>
                  <a:srgbClr val="00133A"/>
                </a:solidFill>
                <a:latin typeface="+mn-lt"/>
                <a:cs typeface="+mn-cs"/>
              </a:rPr>
              <a:t>Break projects into small tasks</a:t>
            </a:r>
          </a:p>
          <a:p>
            <a:pPr marL="285750" indent="-285750">
              <a:spcBef>
                <a:spcPts val="384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1600" noProof="0">
                <a:solidFill>
                  <a:srgbClr val="00133A"/>
                </a:solidFill>
                <a:latin typeface="+mn-lt"/>
                <a:cs typeface="+mn-cs"/>
              </a:rPr>
              <a:t>Know costs before starting</a:t>
            </a:r>
          </a:p>
          <a:p>
            <a:pPr marL="285750" indent="-285750">
              <a:spcBef>
                <a:spcPts val="384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1600" noProof="0">
                <a:solidFill>
                  <a:srgbClr val="00133A"/>
                </a:solidFill>
                <a:latin typeface="+mn-lt"/>
                <a:cs typeface="+mn-cs"/>
              </a:rPr>
              <a:t>Achieve quick wins and build confidence</a:t>
            </a:r>
            <a:endParaRPr lang="en-US" sz="1600" noProof="0">
              <a:latin typeface="+mn-lt"/>
              <a:cs typeface="+mn-cs"/>
            </a:endParaRPr>
          </a:p>
        </p:txBody>
      </p:sp>
      <p:pic>
        <p:nvPicPr>
          <p:cNvPr id="52" name="Grafik 51" descr="Abschlusshut mit einfarbiger Füllung">
            <a:extLst>
              <a:ext uri="{FF2B5EF4-FFF2-40B4-BE49-F238E27FC236}">
                <a16:creationId xmlns:a16="http://schemas.microsoft.com/office/drawing/2014/main" id="{C07094E3-D95D-5632-3380-7AB39BA0CF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81730" y="1734568"/>
            <a:ext cx="360000" cy="360000"/>
          </a:xfrm>
          <a:prstGeom prst="rect">
            <a:avLst/>
          </a:prstGeom>
        </p:spPr>
      </p:pic>
      <p:sp>
        <p:nvSpPr>
          <p:cNvPr id="54" name="Textfeld 53">
            <a:extLst>
              <a:ext uri="{FF2B5EF4-FFF2-40B4-BE49-F238E27FC236}">
                <a16:creationId xmlns:a16="http://schemas.microsoft.com/office/drawing/2014/main" id="{B1798713-B0B8-24FC-7CD4-354E02973565}"/>
              </a:ext>
            </a:extLst>
          </p:cNvPr>
          <p:cNvSpPr txBox="1"/>
          <p:nvPr/>
        </p:nvSpPr>
        <p:spPr>
          <a:xfrm>
            <a:off x="3098472" y="2957300"/>
            <a:ext cx="41719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84"/>
              </a:spcBef>
              <a:spcAft>
                <a:spcPts val="600"/>
              </a:spcAft>
              <a:tabLst>
                <a:tab pos="0" algn="l"/>
              </a:tabLst>
            </a:pPr>
            <a:r>
              <a:rPr lang="en-US" sz="1600" b="1" noProof="0">
                <a:solidFill>
                  <a:srgbClr val="00133A"/>
                </a:solidFill>
                <a:latin typeface="+mn-lt"/>
                <a:cs typeface="+mn-cs"/>
              </a:rPr>
              <a:t>Andrea, 32</a:t>
            </a:r>
          </a:p>
          <a:p>
            <a:pPr>
              <a:tabLst>
                <a:tab pos="0" algn="l"/>
              </a:tabLst>
            </a:pPr>
            <a:r>
              <a:rPr lang="en-US" sz="1200" b="1" noProof="0">
                <a:solidFill>
                  <a:srgbClr val="00133A"/>
                </a:solidFill>
              </a:rPr>
              <a:t>	     </a:t>
            </a:r>
            <a:r>
              <a:rPr lang="en-US" sz="1600" b="1">
                <a:solidFill>
                  <a:srgbClr val="00133A"/>
                </a:solidFill>
              </a:rPr>
              <a:t>   </a:t>
            </a:r>
            <a:r>
              <a:rPr lang="en-US" sz="1600" noProof="0">
                <a:solidFill>
                  <a:srgbClr val="00133A"/>
                </a:solidFill>
              </a:rPr>
              <a:t>Schwabach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0" algn="l"/>
              </a:tabLst>
            </a:pPr>
            <a:r>
              <a:rPr lang="en-US" sz="1600" noProof="0">
                <a:solidFill>
                  <a:srgbClr val="00133A"/>
                </a:solidFill>
                <a:latin typeface="+mn-lt"/>
                <a:cs typeface="+mn-cs"/>
              </a:rPr>
              <a:t>       Bank clerk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0" algn="l"/>
              </a:tabLst>
            </a:pPr>
            <a:r>
              <a:rPr lang="en-US" sz="1600" noProof="0">
                <a:solidFill>
                  <a:srgbClr val="00133A"/>
                </a:solidFill>
              </a:rPr>
              <a:t>       House</a:t>
            </a:r>
            <a:endParaRPr lang="en-US" sz="1600" noProof="0">
              <a:solidFill>
                <a:srgbClr val="00133A"/>
              </a:solidFill>
              <a:latin typeface="+mn-lt"/>
              <a:cs typeface="+mn-cs"/>
            </a:endParaRPr>
          </a:p>
        </p:txBody>
      </p:sp>
      <p:pic>
        <p:nvPicPr>
          <p:cNvPr id="58" name="Grafik 57" descr="Markierung mit einfarbiger Füllung">
            <a:extLst>
              <a:ext uri="{FF2B5EF4-FFF2-40B4-BE49-F238E27FC236}">
                <a16:creationId xmlns:a16="http://schemas.microsoft.com/office/drawing/2014/main" id="{9C456A93-A21A-6591-D07C-03A1F1E67A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41891" y="3276663"/>
            <a:ext cx="360000" cy="360000"/>
          </a:xfrm>
          <a:prstGeom prst="rect">
            <a:avLst/>
          </a:prstGeom>
        </p:spPr>
      </p:pic>
      <p:pic>
        <p:nvPicPr>
          <p:cNvPr id="62" name="Grafik 61" descr="Haus mit einfarbiger Füllung">
            <a:extLst>
              <a:ext uri="{FF2B5EF4-FFF2-40B4-BE49-F238E27FC236}">
                <a16:creationId xmlns:a16="http://schemas.microsoft.com/office/drawing/2014/main" id="{B27690B1-0C88-5D08-33ED-898B3AEE2B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41891" y="3947768"/>
            <a:ext cx="360000" cy="360000"/>
          </a:xfrm>
          <a:prstGeom prst="rect">
            <a:avLst/>
          </a:prstGeom>
        </p:spPr>
      </p:pic>
      <p:pic>
        <p:nvPicPr>
          <p:cNvPr id="64" name="Grafik 63" descr="Büromitarbeiterin mit einfarbiger Füllung">
            <a:extLst>
              <a:ext uri="{FF2B5EF4-FFF2-40B4-BE49-F238E27FC236}">
                <a16:creationId xmlns:a16="http://schemas.microsoft.com/office/drawing/2014/main" id="{C0BEB840-AA89-E801-05AD-75B37B40D2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55436" y="3612524"/>
            <a:ext cx="360000" cy="360000"/>
          </a:xfrm>
          <a:prstGeom prst="rect">
            <a:avLst/>
          </a:prstGeom>
        </p:spPr>
      </p:pic>
      <p:pic>
        <p:nvPicPr>
          <p:cNvPr id="66" name="Grafik 65" descr="Kommentar (wichtig) mit einfarbiger Füllung">
            <a:extLst>
              <a:ext uri="{FF2B5EF4-FFF2-40B4-BE49-F238E27FC236}">
                <a16:creationId xmlns:a16="http://schemas.microsoft.com/office/drawing/2014/main" id="{E0D09306-6876-0F2C-AA29-B3F65DF070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4880" y="2819590"/>
            <a:ext cx="914400" cy="914400"/>
          </a:xfrm>
          <a:prstGeom prst="rect">
            <a:avLst/>
          </a:prstGeom>
        </p:spPr>
      </p:pic>
      <p:sp>
        <p:nvSpPr>
          <p:cNvPr id="68" name="Textfeld 67">
            <a:extLst>
              <a:ext uri="{FF2B5EF4-FFF2-40B4-BE49-F238E27FC236}">
                <a16:creationId xmlns:a16="http://schemas.microsoft.com/office/drawing/2014/main" id="{E0F006A7-2F61-CD19-03FB-D016CEFDCAD7}"/>
              </a:ext>
            </a:extLst>
          </p:cNvPr>
          <p:cNvSpPr txBox="1"/>
          <p:nvPr/>
        </p:nvSpPr>
        <p:spPr>
          <a:xfrm>
            <a:off x="6803601" y="2908488"/>
            <a:ext cx="4912033" cy="152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384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1600" noProof="0">
                <a:solidFill>
                  <a:srgbClr val="00133A"/>
                </a:solidFill>
                <a:latin typeface="+mn-lt"/>
                <a:cs typeface="+mn-cs"/>
              </a:rPr>
              <a:t>Save time with ready-made plans</a:t>
            </a:r>
          </a:p>
          <a:p>
            <a:pPr marL="285750" indent="-285750">
              <a:spcBef>
                <a:spcPts val="384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1600" noProof="0">
                <a:solidFill>
                  <a:srgbClr val="00133A"/>
                </a:solidFill>
                <a:latin typeface="+mn-lt"/>
                <a:cs typeface="+mn-cs"/>
              </a:rPr>
              <a:t>Adapt projects to individual needs</a:t>
            </a:r>
          </a:p>
          <a:p>
            <a:pPr marL="285750" indent="-285750">
              <a:spcBef>
                <a:spcPts val="384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1600" noProof="0">
                <a:solidFill>
                  <a:srgbClr val="00133A"/>
                </a:solidFill>
                <a:latin typeface="+mn-lt"/>
                <a:cs typeface="+mn-cs"/>
              </a:rPr>
              <a:t>Work at your own pace</a:t>
            </a:r>
          </a:p>
          <a:p>
            <a:pPr marL="285750" indent="-285750">
              <a:spcBef>
                <a:spcPts val="384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1600" noProof="0">
                <a:solidFill>
                  <a:srgbClr val="00133A"/>
                </a:solidFill>
                <a:latin typeface="+mn-lt"/>
                <a:cs typeface="+mn-cs"/>
              </a:rPr>
              <a:t>Reuse materials and avoid waste</a:t>
            </a:r>
          </a:p>
          <a:p>
            <a:pPr marL="285750" indent="-285750">
              <a:spcBef>
                <a:spcPts val="384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1600" noProof="0">
                <a:solidFill>
                  <a:srgbClr val="00133A"/>
                </a:solidFill>
                <a:latin typeface="+mn-lt"/>
                <a:cs typeface="+mn-cs"/>
              </a:rPr>
              <a:t>Discover ideas and customize projects</a:t>
            </a:r>
            <a:endParaRPr lang="en-US" sz="1600" noProof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6869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8E554-26D0-724E-2461-F018896F0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A6D29C-86A8-4BF5-2DAA-BE846523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"/>
                <a:cs typeface="Calibri"/>
              </a:rPr>
              <a:t>Roadmap Release</a:t>
            </a:r>
            <a:endParaRPr lang="en-GB" dirty="0">
              <a:ea typeface="Calibri"/>
              <a:cs typeface="Calibri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BC77AE-2E67-0776-5641-9DE9A171A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November 7, 2026 | S. </a:t>
            </a:r>
            <a:fld id="{561C198A-D571-4C92-B39D-4B64E46A3772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3034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708CE-9C33-C928-8358-782386DDD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MOSCOW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E02C2-E890-02B1-4A60-4CBD67B3B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014F3-F58A-AEAD-80A3-9B2E326A5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28. &amp; 29.10.2022 | S. </a:t>
            </a:r>
            <a:fld id="{561C198A-D571-4C92-B39D-4B64E46A3772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9217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D2326"/>
                </a:solidFill>
                <a:latin typeface="Calibri"/>
              </a:rPr>
              <a:t>MoSCoW prioritisation of Baumarkt Buddy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>
                <a:solidFill>
                  <a:srgbClr val="5B6569"/>
                </a:solidFill>
                <a:latin typeface="Calibri"/>
              </a:rPr>
              <a:t>All 51 requirements from our product spec, sorted into Must, Should, Could and Won't</a:t>
            </a:r>
          </a:p>
        </p:txBody>
      </p:sp>
      <p:sp>
        <p:nvSpPr>
          <p:cNvPr id="4" name="Column M"/>
          <p:cNvSpPr/>
          <p:nvPr/>
        </p:nvSpPr>
        <p:spPr>
          <a:xfrm>
            <a:off x="548640" y="1463040"/>
            <a:ext cx="4937760" cy="4846320"/>
          </a:xfrm>
          <a:prstGeom prst="roundRect">
            <a:avLst>
              <a:gd name="adj" fmla="val 4000"/>
            </a:avLst>
          </a:prstGeom>
          <a:solidFill>
            <a:srgbClr val="F8E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adge M"/>
          <p:cNvSpPr/>
          <p:nvPr/>
        </p:nvSpPr>
        <p:spPr>
          <a:xfrm>
            <a:off x="685800" y="1600200"/>
            <a:ext cx="411480" cy="411480"/>
          </a:xfrm>
          <a:prstGeom prst="ellipse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6" name="Column head M"/>
          <p:cNvSpPr txBox="1"/>
          <p:nvPr/>
        </p:nvSpPr>
        <p:spPr>
          <a:xfrm>
            <a:off x="1188719" y="161848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D2326"/>
                </a:solidFill>
                <a:latin typeface="Calibri"/>
              </a:rPr>
              <a:t>Must</a:t>
            </a:r>
            <a:r>
              <a:rPr sz="1500" b="1">
                <a:solidFill>
                  <a:srgbClr val="B3261E"/>
                </a:solidFill>
                <a:latin typeface="Calibri"/>
              </a:rPr>
              <a:t>  27</a:t>
            </a:r>
          </a:p>
        </p:txBody>
      </p:sp>
      <p:sp>
        <p:nvSpPr>
          <p:cNvPr id="7" name="Must list 1"/>
          <p:cNvSpPr txBox="1"/>
          <p:nvPr/>
        </p:nvSpPr>
        <p:spPr>
          <a:xfrm>
            <a:off x="731520" y="2148840"/>
            <a:ext cx="2240280" cy="406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000" b="1">
                <a:solidFill>
                  <a:srgbClr val="B3261E"/>
                </a:solidFill>
                <a:latin typeface="Calibri"/>
              </a:rPr>
              <a:t>FR-02  </a:t>
            </a:r>
            <a:r>
              <a:rPr sz="1100" b="0">
                <a:solidFill>
                  <a:srgbClr val="1D2326"/>
                </a:solidFill>
                <a:latin typeface="Calibri"/>
              </a:rPr>
              <a:t>Free-text project entry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B3261E"/>
                </a:solidFill>
                <a:latin typeface="Calibri"/>
              </a:rPr>
              <a:t>FR-03  </a:t>
            </a:r>
            <a:r>
              <a:rPr sz="1100" b="0">
                <a:solidFill>
                  <a:srgbClr val="1D2326"/>
                </a:solidFill>
                <a:latin typeface="Calibri"/>
              </a:rPr>
              <a:t>Recognise project type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B3261E"/>
                </a:solidFill>
                <a:latin typeface="Calibri"/>
              </a:rPr>
              <a:t>FR-05  </a:t>
            </a:r>
            <a:r>
              <a:rPr sz="1100" b="0">
                <a:solidFill>
                  <a:srgbClr val="1D2326"/>
                </a:solidFill>
                <a:latin typeface="Calibri"/>
              </a:rPr>
              <a:t>Max. 3 follow-up questions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B3261E"/>
                </a:solidFill>
                <a:latin typeface="Calibri"/>
              </a:rPr>
              <a:t>FR-06  </a:t>
            </a:r>
            <a:r>
              <a:rPr sz="1100" b="0">
                <a:solidFill>
                  <a:srgbClr val="1D2326"/>
                </a:solidFill>
                <a:latin typeface="Calibri"/>
              </a:rPr>
              <a:t>Materials, tools, PPE list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B3261E"/>
                </a:solidFill>
                <a:latin typeface="Calibri"/>
              </a:rPr>
              <a:t>FR-08  </a:t>
            </a:r>
            <a:r>
              <a:rPr sz="1100" b="0">
                <a:solidFill>
                  <a:srgbClr val="1D2326"/>
                </a:solidFill>
                <a:latin typeface="Calibri"/>
              </a:rPr>
              <a:t>Catalogue products only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B3261E"/>
                </a:solidFill>
                <a:latin typeface="Calibri"/>
              </a:rPr>
              <a:t>FR-11  </a:t>
            </a:r>
            <a:r>
              <a:rPr sz="1100" b="0">
                <a:solidFill>
                  <a:srgbClr val="1D2326"/>
                </a:solidFill>
                <a:latin typeface="Calibri"/>
              </a:rPr>
              <a:t>Price, stock, aisle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B3261E"/>
                </a:solidFill>
                <a:latin typeface="Calibri"/>
              </a:rPr>
              <a:t>FR-15  </a:t>
            </a:r>
            <a:r>
              <a:rPr sz="1100" b="0">
                <a:solidFill>
                  <a:srgbClr val="1D2326"/>
                </a:solidFill>
                <a:latin typeface="Calibri"/>
              </a:rPr>
              <a:t>Safety stop + hand-off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B3261E"/>
                </a:solidFill>
                <a:latin typeface="Calibri"/>
              </a:rPr>
              <a:t>FR-04  </a:t>
            </a:r>
            <a:r>
              <a:rPr sz="1100" b="0">
                <a:solidFill>
                  <a:srgbClr val="1D2326"/>
                </a:solidFill>
                <a:latin typeface="Calibri"/>
              </a:rPr>
              <a:t>Confirm size and load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B3261E"/>
                </a:solidFill>
                <a:latin typeface="Calibri"/>
              </a:rPr>
              <a:t>FR-09  </a:t>
            </a:r>
            <a:r>
              <a:rPr sz="1100" b="0">
                <a:solidFill>
                  <a:srgbClr val="1D2326"/>
                </a:solidFill>
                <a:latin typeface="Calibri"/>
              </a:rPr>
              <a:t>Compatibility check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B3261E"/>
                </a:solidFill>
                <a:latin typeface="Calibri"/>
              </a:rPr>
              <a:t>FR-10  </a:t>
            </a:r>
            <a:r>
              <a:rPr sz="1100" b="0">
                <a:solidFill>
                  <a:srgbClr val="1D2326"/>
                </a:solidFill>
                <a:latin typeface="Calibri"/>
              </a:rPr>
              <a:t>Explain each item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B3261E"/>
                </a:solidFill>
                <a:latin typeface="Calibri"/>
              </a:rPr>
              <a:t>SR-01  </a:t>
            </a:r>
            <a:r>
              <a:rPr sz="1100" b="0">
                <a:solidFill>
                  <a:srgbClr val="1D2326"/>
                </a:solidFill>
                <a:latin typeface="Calibri"/>
              </a:rPr>
              <a:t>Guesses ≠ facts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B3261E"/>
                </a:solidFill>
                <a:latin typeface="Calibri"/>
              </a:rPr>
              <a:t>SR-07  </a:t>
            </a:r>
            <a:r>
              <a:rPr sz="1100" b="0">
                <a:solidFill>
                  <a:srgbClr val="1D2326"/>
                </a:solidFill>
                <a:latin typeface="Calibri"/>
              </a:rPr>
              <a:t>Keep manufacturer warnings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B3261E"/>
                </a:solidFill>
                <a:latin typeface="Calibri"/>
              </a:rPr>
              <a:t>SR-09  </a:t>
            </a:r>
            <a:r>
              <a:rPr sz="1100" b="0">
                <a:solidFill>
                  <a:srgbClr val="1D2326"/>
                </a:solidFill>
                <a:latin typeface="Calibri"/>
              </a:rPr>
              <a:t>Exclude high-risk work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B3261E"/>
                </a:solidFill>
                <a:latin typeface="Calibri"/>
              </a:rPr>
              <a:t>SR-02  </a:t>
            </a:r>
            <a:r>
              <a:rPr sz="1100" b="0">
                <a:solidFill>
                  <a:srgbClr val="1D2326"/>
                </a:solidFill>
                <a:latin typeface="Calibri"/>
              </a:rPr>
              <a:t>No wall check from photos</a:t>
            </a:r>
          </a:p>
        </p:txBody>
      </p:sp>
      <p:sp>
        <p:nvSpPr>
          <p:cNvPr id="8" name="Must list 2"/>
          <p:cNvSpPr txBox="1"/>
          <p:nvPr/>
        </p:nvSpPr>
        <p:spPr>
          <a:xfrm>
            <a:off x="3063240" y="2148840"/>
            <a:ext cx="2240280" cy="406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000" b="1" dirty="0">
                <a:solidFill>
                  <a:srgbClr val="B3261E"/>
                </a:solidFill>
                <a:latin typeface="Calibri"/>
              </a:rPr>
              <a:t>SR-03  </a:t>
            </a:r>
            <a:r>
              <a:rPr sz="1100" b="0" dirty="0">
                <a:solidFill>
                  <a:srgbClr val="1D2326"/>
                </a:solidFill>
                <a:latin typeface="Calibri"/>
              </a:rPr>
              <a:t>Wall type + load first</a:t>
            </a:r>
          </a:p>
          <a:p>
            <a:pPr algn="l">
              <a:spcAft>
                <a:spcPts val="520"/>
              </a:spcAft>
            </a:pPr>
            <a:r>
              <a:rPr sz="1000" b="1" dirty="0">
                <a:solidFill>
                  <a:srgbClr val="B3261E"/>
                </a:solidFill>
                <a:latin typeface="Calibri"/>
              </a:rPr>
              <a:t>SR-04  </a:t>
            </a:r>
            <a:r>
              <a:rPr sz="1100" b="0" dirty="0">
                <a:solidFill>
                  <a:srgbClr val="1D2326"/>
                </a:solidFill>
                <a:latin typeface="Calibri"/>
              </a:rPr>
              <a:t>Don't add anchor ratings</a:t>
            </a:r>
          </a:p>
          <a:p>
            <a:pPr algn="l">
              <a:spcAft>
                <a:spcPts val="520"/>
              </a:spcAft>
            </a:pPr>
            <a:r>
              <a:rPr sz="1000" b="1" dirty="0">
                <a:solidFill>
                  <a:srgbClr val="B3261E"/>
                </a:solidFill>
                <a:latin typeface="Calibri"/>
              </a:rPr>
              <a:t>SR-05  </a:t>
            </a:r>
            <a:r>
              <a:rPr sz="1100" b="0" dirty="0">
                <a:solidFill>
                  <a:srgbClr val="1D2326"/>
                </a:solidFill>
                <a:latin typeface="Calibri"/>
              </a:rPr>
              <a:t>Explain detector limits</a:t>
            </a:r>
          </a:p>
          <a:p>
            <a:pPr algn="l">
              <a:spcAft>
                <a:spcPts val="520"/>
              </a:spcAft>
            </a:pPr>
            <a:r>
              <a:rPr sz="1000" b="1" dirty="0">
                <a:solidFill>
                  <a:srgbClr val="B3261E"/>
                </a:solidFill>
                <a:latin typeface="Calibri"/>
              </a:rPr>
              <a:t>SR-06  </a:t>
            </a:r>
            <a:r>
              <a:rPr sz="1100" b="0" dirty="0">
                <a:solidFill>
                  <a:srgbClr val="1D2326"/>
                </a:solidFill>
                <a:latin typeface="Calibri"/>
              </a:rPr>
              <a:t>Missing evidence = stop</a:t>
            </a:r>
          </a:p>
          <a:p>
            <a:pPr algn="l">
              <a:spcAft>
                <a:spcPts val="520"/>
              </a:spcAft>
            </a:pPr>
            <a:r>
              <a:rPr sz="1000" b="1" dirty="0">
                <a:solidFill>
                  <a:srgbClr val="B3261E"/>
                </a:solidFill>
                <a:latin typeface="Calibri"/>
              </a:rPr>
              <a:t>SR-08  </a:t>
            </a:r>
            <a:r>
              <a:rPr sz="1100" b="0" dirty="0">
                <a:solidFill>
                  <a:srgbClr val="1D2326"/>
                </a:solidFill>
                <a:latin typeface="Calibri"/>
              </a:rPr>
              <a:t>Re-check after changes</a:t>
            </a:r>
          </a:p>
          <a:p>
            <a:pPr algn="l">
              <a:spcAft>
                <a:spcPts val="520"/>
              </a:spcAft>
            </a:pPr>
            <a:r>
              <a:rPr sz="1000" b="1" dirty="0">
                <a:solidFill>
                  <a:srgbClr val="B3261E"/>
                </a:solidFill>
                <a:latin typeface="Calibri"/>
              </a:rPr>
              <a:t>SR-10  </a:t>
            </a:r>
            <a:r>
              <a:rPr sz="1100" b="0" dirty="0">
                <a:solidFill>
                  <a:srgbClr val="1D2326"/>
                </a:solidFill>
                <a:latin typeface="Calibri"/>
              </a:rPr>
              <a:t>Expert sign-off</a:t>
            </a:r>
          </a:p>
          <a:p>
            <a:pPr algn="l">
              <a:spcAft>
                <a:spcPts val="520"/>
              </a:spcAft>
            </a:pPr>
            <a:r>
              <a:rPr sz="1000" b="1" dirty="0">
                <a:solidFill>
                  <a:srgbClr val="B3261E"/>
                </a:solidFill>
                <a:latin typeface="Calibri"/>
              </a:rPr>
              <a:t>NFR-01  </a:t>
            </a:r>
            <a:r>
              <a:rPr sz="1100" b="0" dirty="0">
                <a:solidFill>
                  <a:srgbClr val="1D2326"/>
                </a:solidFill>
                <a:latin typeface="Calibri"/>
              </a:rPr>
              <a:t>Mobile-first, &lt; 2 min</a:t>
            </a:r>
          </a:p>
          <a:p>
            <a:pPr algn="l">
              <a:spcAft>
                <a:spcPts val="520"/>
              </a:spcAft>
            </a:pPr>
            <a:r>
              <a:rPr sz="1000" b="1" dirty="0">
                <a:solidFill>
                  <a:srgbClr val="B3261E"/>
                </a:solidFill>
                <a:latin typeface="Calibri"/>
              </a:rPr>
              <a:t>NFR-03  </a:t>
            </a:r>
            <a:r>
              <a:rPr sz="1100" b="0" dirty="0">
                <a:solidFill>
                  <a:srgbClr val="1D2326"/>
                </a:solidFill>
                <a:latin typeface="Calibri"/>
              </a:rPr>
              <a:t>Model-failure fallback</a:t>
            </a:r>
          </a:p>
          <a:p>
            <a:pPr algn="l">
              <a:spcAft>
                <a:spcPts val="520"/>
              </a:spcAft>
            </a:pPr>
            <a:r>
              <a:rPr sz="1000" b="1" dirty="0">
                <a:solidFill>
                  <a:srgbClr val="B3261E"/>
                </a:solidFill>
                <a:latin typeface="Calibri"/>
              </a:rPr>
              <a:t>NFR-04  </a:t>
            </a:r>
            <a:r>
              <a:rPr sz="1100" b="0" dirty="0">
                <a:solidFill>
                  <a:srgbClr val="1D2326"/>
                </a:solidFill>
                <a:latin typeface="Calibri"/>
              </a:rPr>
              <a:t>GDPR, no login</a:t>
            </a:r>
          </a:p>
          <a:p>
            <a:pPr algn="l">
              <a:spcAft>
                <a:spcPts val="520"/>
              </a:spcAft>
            </a:pPr>
            <a:r>
              <a:rPr sz="1000" b="1" dirty="0">
                <a:solidFill>
                  <a:srgbClr val="B3261E"/>
                </a:solidFill>
                <a:latin typeface="Calibri"/>
              </a:rPr>
              <a:t>NFR-05  </a:t>
            </a:r>
            <a:r>
              <a:rPr sz="1100" b="0" dirty="0">
                <a:solidFill>
                  <a:srgbClr val="1D2326"/>
                </a:solidFill>
                <a:latin typeface="Calibri"/>
              </a:rPr>
              <a:t>AI guidance labelled</a:t>
            </a:r>
          </a:p>
          <a:p>
            <a:pPr algn="l">
              <a:spcAft>
                <a:spcPts val="520"/>
              </a:spcAft>
            </a:pPr>
            <a:r>
              <a:rPr sz="1000" b="1" dirty="0">
                <a:solidFill>
                  <a:srgbClr val="B3261E"/>
                </a:solidFill>
                <a:latin typeface="Calibri"/>
              </a:rPr>
              <a:t>NFR-07  </a:t>
            </a:r>
            <a:r>
              <a:rPr sz="1100" b="0" dirty="0">
                <a:solidFill>
                  <a:srgbClr val="1D2326"/>
                </a:solidFill>
                <a:latin typeface="Calibri"/>
              </a:rPr>
              <a:t>Prompt-injection safe</a:t>
            </a:r>
          </a:p>
          <a:p>
            <a:pPr algn="l">
              <a:spcAft>
                <a:spcPts val="520"/>
              </a:spcAft>
            </a:pPr>
            <a:r>
              <a:rPr sz="1000" b="1" dirty="0">
                <a:solidFill>
                  <a:srgbClr val="B3261E"/>
                </a:solidFill>
                <a:latin typeface="Calibri"/>
              </a:rPr>
              <a:t>NFR-10  </a:t>
            </a:r>
            <a:r>
              <a:rPr sz="1100" b="0" dirty="0">
                <a:solidFill>
                  <a:srgbClr val="1D2326"/>
                </a:solidFill>
                <a:latin typeface="Calibri"/>
              </a:rPr>
              <a:t>Catalogue apart from code</a:t>
            </a:r>
          </a:p>
          <a:p>
            <a:pPr algn="l">
              <a:spcAft>
                <a:spcPts val="520"/>
              </a:spcAft>
            </a:pPr>
            <a:r>
              <a:rPr sz="1000" b="1" dirty="0">
                <a:solidFill>
                  <a:srgbClr val="B3261E"/>
                </a:solidFill>
                <a:latin typeface="Calibri"/>
              </a:rPr>
              <a:t>NFR-02  </a:t>
            </a:r>
            <a:r>
              <a:rPr sz="1100" b="0" dirty="0">
                <a:solidFill>
                  <a:srgbClr val="1D2326"/>
                </a:solidFill>
                <a:latin typeface="Calibri"/>
              </a:rPr>
              <a:t>List in &lt; 5 s</a:t>
            </a:r>
          </a:p>
        </p:txBody>
      </p:sp>
      <p:sp>
        <p:nvSpPr>
          <p:cNvPr id="9" name="Column S"/>
          <p:cNvSpPr/>
          <p:nvPr/>
        </p:nvSpPr>
        <p:spPr>
          <a:xfrm>
            <a:off x="5577840" y="1463040"/>
            <a:ext cx="1920240" cy="4846320"/>
          </a:xfrm>
          <a:prstGeom prst="roundRect">
            <a:avLst>
              <a:gd name="adj" fmla="val 4000"/>
            </a:avLst>
          </a:prstGeom>
          <a:solidFill>
            <a:srgbClr val="FBE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adge S"/>
          <p:cNvSpPr/>
          <p:nvPr/>
        </p:nvSpPr>
        <p:spPr>
          <a:xfrm>
            <a:off x="5715000" y="1600200"/>
            <a:ext cx="411480" cy="411480"/>
          </a:xfrm>
          <a:prstGeom prst="ellipse">
            <a:avLst/>
          </a:prstGeom>
          <a:solidFill>
            <a:srgbClr val="A8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1" name="Column head S"/>
          <p:cNvSpPr txBox="1"/>
          <p:nvPr/>
        </p:nvSpPr>
        <p:spPr>
          <a:xfrm>
            <a:off x="6217920" y="1618488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D2326"/>
                </a:solidFill>
                <a:latin typeface="Calibri"/>
              </a:rPr>
              <a:t>Should</a:t>
            </a:r>
            <a:r>
              <a:rPr sz="1500" b="1">
                <a:solidFill>
                  <a:srgbClr val="A86A00"/>
                </a:solidFill>
                <a:latin typeface="Calibri"/>
              </a:rPr>
              <a:t>  10</a:t>
            </a:r>
          </a:p>
        </p:txBody>
      </p:sp>
      <p:sp>
        <p:nvSpPr>
          <p:cNvPr id="12" name="S list"/>
          <p:cNvSpPr txBox="1"/>
          <p:nvPr/>
        </p:nvSpPr>
        <p:spPr>
          <a:xfrm>
            <a:off x="5715000" y="2148840"/>
            <a:ext cx="1737360" cy="406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000" b="1">
                <a:solidFill>
                  <a:srgbClr val="A86A00"/>
                </a:solidFill>
                <a:latin typeface="Calibri"/>
              </a:rPr>
              <a:t>FR-12  </a:t>
            </a:r>
            <a:r>
              <a:rPr sz="1100" b="0">
                <a:solidFill>
                  <a:srgbClr val="1D2326"/>
                </a:solidFill>
                <a:latin typeface="Calibri"/>
              </a:rPr>
              <a:t>Alternatives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A86A00"/>
                </a:solidFill>
                <a:latin typeface="Calibri"/>
              </a:rPr>
              <a:t>FR-16  </a:t>
            </a:r>
            <a:r>
              <a:rPr sz="1100" b="0">
                <a:solidFill>
                  <a:srgbClr val="1D2326"/>
                </a:solidFill>
                <a:latin typeface="Calibri"/>
              </a:rPr>
              <a:t>Assembly steps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A86A00"/>
                </a:solidFill>
                <a:latin typeface="Calibri"/>
              </a:rPr>
              <a:t>FR-01  </a:t>
            </a:r>
            <a:r>
              <a:rPr sz="1100" b="0">
                <a:solidFill>
                  <a:srgbClr val="1D2326"/>
                </a:solidFill>
                <a:latin typeface="Calibri"/>
              </a:rPr>
              <a:t>Save and resume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A86A00"/>
                </a:solidFill>
                <a:latin typeface="Calibri"/>
              </a:rPr>
              <a:t>FR-07  </a:t>
            </a:r>
            <a:r>
              <a:rPr sz="1100" b="0">
                <a:solidFill>
                  <a:srgbClr val="1D2326"/>
                </a:solidFill>
                <a:latin typeface="Calibri"/>
              </a:rPr>
              <a:t>Items already owned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A86A00"/>
                </a:solidFill>
                <a:latin typeface="Calibri"/>
              </a:rPr>
              <a:t>FR-13  </a:t>
            </a:r>
            <a:r>
              <a:rPr sz="1100" b="0">
                <a:solidFill>
                  <a:srgbClr val="1D2326"/>
                </a:solidFill>
                <a:latin typeface="Calibri"/>
              </a:rPr>
              <a:t>Store by postcode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A86A00"/>
                </a:solidFill>
                <a:latin typeface="Calibri"/>
              </a:rPr>
              <a:t>FR-14  </a:t>
            </a:r>
            <a:r>
              <a:rPr sz="1100" b="0">
                <a:solidFill>
                  <a:srgbClr val="1D2326"/>
                </a:solidFill>
                <a:latin typeface="Calibri"/>
              </a:rPr>
              <a:t>Offline checklist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A86A00"/>
                </a:solidFill>
                <a:latin typeface="Calibri"/>
              </a:rPr>
              <a:t>FR-17  </a:t>
            </a:r>
            <a:r>
              <a:rPr sz="1100" b="0">
                <a:solidFill>
                  <a:srgbClr val="1D2326"/>
                </a:solidFill>
                <a:latin typeface="Calibri"/>
              </a:rPr>
              <a:t>Export and share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A86A00"/>
                </a:solidFill>
                <a:latin typeface="Calibri"/>
              </a:rPr>
              <a:t>NFR-06  </a:t>
            </a:r>
            <a:r>
              <a:rPr sz="1100" b="0">
                <a:solidFill>
                  <a:srgbClr val="1D2326"/>
                </a:solidFill>
                <a:latin typeface="Calibri"/>
              </a:rPr>
              <a:t>Security basics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A86A00"/>
                </a:solidFill>
                <a:latin typeface="Calibri"/>
              </a:rPr>
              <a:t>NFR-08  </a:t>
            </a:r>
            <a:r>
              <a:rPr sz="1100" b="0">
                <a:solidFill>
                  <a:srgbClr val="1D2326"/>
                </a:solidFill>
                <a:latin typeface="Calibri"/>
              </a:rPr>
              <a:t>Accessibility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A86A00"/>
                </a:solidFill>
                <a:latin typeface="Calibri"/>
              </a:rPr>
              <a:t>NFR-09  </a:t>
            </a:r>
            <a:r>
              <a:rPr sz="1100" b="0">
                <a:solidFill>
                  <a:srgbClr val="1D2326"/>
                </a:solidFill>
                <a:latin typeface="Calibri"/>
              </a:rPr>
              <a:t>German and English</a:t>
            </a:r>
          </a:p>
        </p:txBody>
      </p:sp>
      <p:sp>
        <p:nvSpPr>
          <p:cNvPr id="13" name="Column C"/>
          <p:cNvSpPr/>
          <p:nvPr/>
        </p:nvSpPr>
        <p:spPr>
          <a:xfrm>
            <a:off x="7589520" y="1463040"/>
            <a:ext cx="1920240" cy="4846320"/>
          </a:xfrm>
          <a:prstGeom prst="roundRect">
            <a:avLst>
              <a:gd name="adj" fmla="val 4000"/>
            </a:avLst>
          </a:prstGeom>
          <a:solidFill>
            <a:srgbClr val="E2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adge C"/>
          <p:cNvSpPr/>
          <p:nvPr/>
        </p:nvSpPr>
        <p:spPr>
          <a:xfrm>
            <a:off x="7726680" y="1600200"/>
            <a:ext cx="411480" cy="411480"/>
          </a:xfrm>
          <a:prstGeom prst="ellipse">
            <a:avLst/>
          </a:prstGeom>
          <a:solidFill>
            <a:srgbClr val="2D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" name="Column head C"/>
          <p:cNvSpPr txBox="1"/>
          <p:nvPr/>
        </p:nvSpPr>
        <p:spPr>
          <a:xfrm>
            <a:off x="8229600" y="1618488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D2326"/>
                </a:solidFill>
                <a:latin typeface="Calibri"/>
              </a:rPr>
              <a:t>Could</a:t>
            </a:r>
            <a:r>
              <a:rPr sz="1500" b="1">
                <a:solidFill>
                  <a:srgbClr val="2D7A46"/>
                </a:solidFill>
                <a:latin typeface="Calibri"/>
              </a:rPr>
              <a:t>  6</a:t>
            </a:r>
          </a:p>
        </p:txBody>
      </p:sp>
      <p:sp>
        <p:nvSpPr>
          <p:cNvPr id="16" name="C list"/>
          <p:cNvSpPr txBox="1"/>
          <p:nvPr/>
        </p:nvSpPr>
        <p:spPr>
          <a:xfrm>
            <a:off x="7726680" y="2148840"/>
            <a:ext cx="1737360" cy="406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000" b="1">
                <a:solidFill>
                  <a:srgbClr val="2D7A46"/>
                </a:solidFill>
                <a:latin typeface="Calibri"/>
              </a:rPr>
              <a:t>FR-18  </a:t>
            </a:r>
            <a:r>
              <a:rPr sz="1100" b="0">
                <a:solidFill>
                  <a:srgbClr val="1D2326"/>
                </a:solidFill>
                <a:latin typeface="Calibri"/>
              </a:rPr>
              <a:t>Verified aisle location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2D7A46"/>
                </a:solidFill>
                <a:latin typeface="Calibri"/>
              </a:rPr>
              <a:t>FR-02  </a:t>
            </a:r>
            <a:r>
              <a:rPr sz="1100" b="0">
                <a:solidFill>
                  <a:srgbClr val="1D2326"/>
                </a:solidFill>
                <a:latin typeface="Calibri"/>
              </a:rPr>
              <a:t>Photos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2D7A46"/>
                </a:solidFill>
                <a:latin typeface="Calibri"/>
              </a:rPr>
              <a:t>FR-19  </a:t>
            </a:r>
            <a:r>
              <a:rPr sz="1100" b="0">
                <a:solidFill>
                  <a:srgbClr val="1D2326"/>
                </a:solidFill>
                <a:latin typeface="Calibri"/>
              </a:rPr>
              <a:t>Barcode scanning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2D7A46"/>
                </a:solidFill>
                <a:latin typeface="Calibri"/>
              </a:rPr>
              <a:t>FR-20  </a:t>
            </a:r>
            <a:r>
              <a:rPr sz="1100" b="0">
                <a:solidFill>
                  <a:srgbClr val="1D2326"/>
                </a:solidFill>
                <a:latin typeface="Calibri"/>
              </a:rPr>
              <a:t>Assembly tracking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2D7A46"/>
                </a:solidFill>
                <a:latin typeface="Calibri"/>
              </a:rPr>
              <a:t>FR-22  </a:t>
            </a:r>
            <a:r>
              <a:rPr sz="1100" b="0">
                <a:solidFill>
                  <a:srgbClr val="1D2326"/>
                </a:solidFill>
                <a:latin typeface="Calibri"/>
              </a:rPr>
              <a:t>Share with associate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2D7A46"/>
                </a:solidFill>
                <a:latin typeface="Calibri"/>
              </a:rPr>
              <a:t>NFR-11  </a:t>
            </a:r>
            <a:r>
              <a:rPr sz="1100" b="0">
                <a:solidFill>
                  <a:srgbClr val="1D2326"/>
                </a:solidFill>
                <a:latin typeface="Calibri"/>
              </a:rPr>
              <a:t>Monitoring</a:t>
            </a:r>
          </a:p>
        </p:txBody>
      </p:sp>
      <p:sp>
        <p:nvSpPr>
          <p:cNvPr id="17" name="Column W"/>
          <p:cNvSpPr/>
          <p:nvPr/>
        </p:nvSpPr>
        <p:spPr>
          <a:xfrm>
            <a:off x="9601200" y="1463040"/>
            <a:ext cx="1920240" cy="4846320"/>
          </a:xfrm>
          <a:prstGeom prst="roundRect">
            <a:avLst>
              <a:gd name="adj" fmla="val 4000"/>
            </a:avLst>
          </a:prstGeom>
          <a:solidFill>
            <a:srgbClr val="E9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adge W"/>
          <p:cNvSpPr/>
          <p:nvPr/>
        </p:nvSpPr>
        <p:spPr>
          <a:xfrm>
            <a:off x="9738360" y="1600200"/>
            <a:ext cx="411480" cy="411480"/>
          </a:xfrm>
          <a:prstGeom prst="ellipse">
            <a:avLst/>
          </a:prstGeom>
          <a:solidFill>
            <a:srgbClr val="5B6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19" name="Column head W"/>
          <p:cNvSpPr txBox="1"/>
          <p:nvPr/>
        </p:nvSpPr>
        <p:spPr>
          <a:xfrm>
            <a:off x="10241280" y="1618488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D2326"/>
                </a:solidFill>
                <a:latin typeface="Calibri"/>
              </a:rPr>
              <a:t>Won't</a:t>
            </a:r>
            <a:r>
              <a:rPr sz="1500" b="1">
                <a:solidFill>
                  <a:srgbClr val="5B6569"/>
                </a:solidFill>
                <a:latin typeface="Calibri"/>
              </a:rPr>
              <a:t>  8</a:t>
            </a:r>
          </a:p>
        </p:txBody>
      </p:sp>
      <p:sp>
        <p:nvSpPr>
          <p:cNvPr id="20" name="W list"/>
          <p:cNvSpPr txBox="1"/>
          <p:nvPr/>
        </p:nvSpPr>
        <p:spPr>
          <a:xfrm>
            <a:off x="9738360" y="2148840"/>
            <a:ext cx="1737360" cy="406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20"/>
              </a:spcAft>
            </a:pPr>
            <a:r>
              <a:rPr sz="1000" b="1">
                <a:solidFill>
                  <a:srgbClr val="5B6569"/>
                </a:solidFill>
                <a:latin typeface="Calibri"/>
              </a:rPr>
              <a:t>FR-21  </a:t>
            </a:r>
            <a:r>
              <a:rPr sz="1100" b="0">
                <a:solidFill>
                  <a:srgbClr val="1D2326"/>
                </a:solidFill>
                <a:latin typeface="Calibri"/>
              </a:rPr>
              <a:t>Reservations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5B6569"/>
                </a:solidFill>
                <a:latin typeface="Calibri"/>
              </a:rPr>
              <a:t>FR-23  </a:t>
            </a:r>
            <a:r>
              <a:rPr sz="1100" b="0">
                <a:solidFill>
                  <a:srgbClr val="1D2326"/>
                </a:solidFill>
                <a:latin typeface="Calibri"/>
              </a:rPr>
              <a:t>Multi-retailer baskets</a:t>
            </a:r>
          </a:p>
          <a:p>
            <a:pPr algn="l">
              <a:spcAft>
                <a:spcPts val="520"/>
              </a:spcAft>
            </a:pPr>
            <a:r>
              <a:rPr sz="1000" b="1">
                <a:solidFill>
                  <a:srgbClr val="5B6569"/>
                </a:solidFill>
                <a:latin typeface="Calibri"/>
              </a:rPr>
              <a:t>FR-24  </a:t>
            </a:r>
            <a:r>
              <a:rPr sz="1100" b="0">
                <a:solidFill>
                  <a:srgbClr val="1D2326"/>
                </a:solidFill>
                <a:latin typeface="Calibri"/>
              </a:rPr>
              <a:t>Voice, visualisation</a:t>
            </a:r>
          </a:p>
          <a:p>
            <a:pPr algn="l">
              <a:spcAft>
                <a:spcPts val="520"/>
              </a:spcAft>
            </a:pPr>
            <a:r>
              <a:rPr sz="1100" b="0">
                <a:solidFill>
                  <a:srgbClr val="1D2326"/>
                </a:solidFill>
                <a:latin typeface="Calibri"/>
              </a:rPr>
              <a:t>Native apps</a:t>
            </a:r>
          </a:p>
          <a:p>
            <a:pPr algn="l">
              <a:spcAft>
                <a:spcPts val="520"/>
              </a:spcAft>
            </a:pPr>
            <a:r>
              <a:rPr sz="1100" b="0">
                <a:solidFill>
                  <a:srgbClr val="1D2326"/>
                </a:solidFill>
                <a:latin typeface="Calibri"/>
              </a:rPr>
              <a:t>Indoor navigation</a:t>
            </a:r>
          </a:p>
          <a:p>
            <a:pPr algn="l">
              <a:spcAft>
                <a:spcPts val="520"/>
              </a:spcAft>
            </a:pPr>
            <a:r>
              <a:rPr sz="1100" b="0">
                <a:solidFill>
                  <a:srgbClr val="1D2326"/>
                </a:solidFill>
                <a:latin typeface="Calibri"/>
              </a:rPr>
              <a:t>Payment, checkout</a:t>
            </a:r>
          </a:p>
          <a:p>
            <a:pPr algn="l">
              <a:spcAft>
                <a:spcPts val="520"/>
              </a:spcAft>
            </a:pPr>
            <a:r>
              <a:rPr sz="1100" b="0">
                <a:solidFill>
                  <a:srgbClr val="1D2326"/>
                </a:solidFill>
                <a:latin typeface="Calibri"/>
              </a:rPr>
              <a:t>Electrics, gas, structure</a:t>
            </a:r>
          </a:p>
          <a:p>
            <a:pPr algn="l">
              <a:spcAft>
                <a:spcPts val="520"/>
              </a:spcAft>
            </a:pPr>
            <a:r>
              <a:rPr sz="1100" b="0">
                <a:solidFill>
                  <a:srgbClr val="1D2326"/>
                </a:solidFill>
                <a:latin typeface="Calibri"/>
              </a:rPr>
              <a:t>Walls from photos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5B6569"/>
                </a:solidFill>
                <a:latin typeface="Calibri"/>
              </a:rPr>
              <a:t>Baumarkt Buddy · MoSCoW prioritisation</a:t>
            </a:r>
          </a:p>
        </p:txBody>
      </p:sp>
      <p:sp>
        <p:nvSpPr>
          <p:cNvPr id="22" name="Slide number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5B656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548640"/>
            <a:ext cx="10515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rgbClr val="00133A"/>
                </a:solidFill>
                <a:latin typeface="Calibri"/>
              </a:rPr>
              <a:t>Why we </a:t>
            </a:r>
            <a:r>
              <a:rPr sz="3200" b="1" dirty="0" err="1">
                <a:solidFill>
                  <a:srgbClr val="00133A"/>
                </a:solidFill>
                <a:latin typeface="Calibri"/>
              </a:rPr>
              <a:t>prioritised</a:t>
            </a:r>
            <a:r>
              <a:rPr sz="3200" b="1" dirty="0">
                <a:solidFill>
                  <a:srgbClr val="00133A"/>
                </a:solidFill>
                <a:latin typeface="Calibri"/>
              </a:rPr>
              <a:t> it this way</a:t>
            </a:r>
            <a:endParaRPr lang="en-US" sz="3200" b="1" dirty="0">
              <a:solidFill>
                <a:srgbClr val="0013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Badge M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EF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1D2326"/>
                </a:solidFill>
                <a:latin typeface="Calibri"/>
              </a:rPr>
              <a:t>M</a:t>
            </a:r>
          </a:p>
        </p:txBody>
      </p:sp>
      <p:sp>
        <p:nvSpPr>
          <p:cNvPr id="4" name="Rule Must"/>
          <p:cNvSpPr txBox="1"/>
          <p:nvPr/>
        </p:nvSpPr>
        <p:spPr>
          <a:xfrm>
            <a:off x="1371600" y="1490472"/>
            <a:ext cx="475488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133A"/>
                </a:solidFill>
                <a:latin typeface="Calibri"/>
              </a:rPr>
              <a:t>Must</a:t>
            </a:r>
            <a:endParaRPr lang="en-US" sz="1600" b="1">
              <a:solidFill>
                <a:srgbClr val="00133A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sz="1400" b="0">
                <a:solidFill>
                  <a:srgbClr val="00133A"/>
                </a:solidFill>
                <a:latin typeface="Calibri"/>
              </a:rPr>
              <a:t>Safe, catalogue-only lists for low-risk and gated wall projects (R1 + R2), plus every safety requirement.</a:t>
            </a:r>
            <a:endParaRPr sz="1400" b="0">
              <a:solidFill>
                <a:srgbClr val="0013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Badge S"/>
          <p:cNvSpPr/>
          <p:nvPr/>
        </p:nvSpPr>
        <p:spPr>
          <a:xfrm>
            <a:off x="731520" y="2606039"/>
            <a:ext cx="457200" cy="457200"/>
          </a:xfrm>
          <a:prstGeom prst="ellipse">
            <a:avLst/>
          </a:prstGeom>
          <a:solidFill>
            <a:srgbClr val="E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1D2326"/>
                </a:solidFill>
                <a:latin typeface="Calibri"/>
              </a:rPr>
              <a:t>S</a:t>
            </a:r>
          </a:p>
        </p:txBody>
      </p:sp>
      <p:sp>
        <p:nvSpPr>
          <p:cNvPr id="6" name="Rule Should"/>
          <p:cNvSpPr txBox="1"/>
          <p:nvPr/>
        </p:nvSpPr>
        <p:spPr>
          <a:xfrm>
            <a:off x="1371600" y="2587751"/>
            <a:ext cx="47548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133A"/>
                </a:solidFill>
                <a:latin typeface="Calibri"/>
              </a:rPr>
              <a:t>Should</a:t>
            </a:r>
            <a:endParaRPr lang="en-US" sz="1600" b="1">
              <a:solidFill>
                <a:srgbClr val="00133A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sz="1400" b="0">
                <a:solidFill>
                  <a:srgbClr val="00133A"/>
                </a:solidFill>
                <a:latin typeface="Calibri"/>
              </a:rPr>
              <a:t>Makes the app useful between visits and in the aisle (mostly R3).</a:t>
            </a:r>
            <a:endParaRPr sz="1400" b="0">
              <a:solidFill>
                <a:srgbClr val="0013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Badge C"/>
          <p:cNvSpPr/>
          <p:nvPr/>
        </p:nvSpPr>
        <p:spPr>
          <a:xfrm>
            <a:off x="731520" y="3703320"/>
            <a:ext cx="457200" cy="457200"/>
          </a:xfrm>
          <a:prstGeom prst="ellipse">
            <a:avLst/>
          </a:prstGeom>
          <a:solidFill>
            <a:srgbClr val="6CC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1D2326"/>
                </a:solidFill>
                <a:latin typeface="Calibri"/>
              </a:rPr>
              <a:t>C</a:t>
            </a:r>
          </a:p>
        </p:txBody>
      </p:sp>
      <p:sp>
        <p:nvSpPr>
          <p:cNvPr id="8" name="Rule Could"/>
          <p:cNvSpPr txBox="1"/>
          <p:nvPr/>
        </p:nvSpPr>
        <p:spPr>
          <a:xfrm>
            <a:off x="1371600" y="3685032"/>
            <a:ext cx="47548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133A"/>
                </a:solidFill>
                <a:latin typeface="Calibri"/>
              </a:rPr>
              <a:t>Could</a:t>
            </a:r>
            <a:endParaRPr lang="en-US" sz="1600" b="1">
              <a:solidFill>
                <a:srgbClr val="00133A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sz="1400" b="0">
                <a:solidFill>
                  <a:srgbClr val="00133A"/>
                </a:solidFill>
                <a:latin typeface="Calibri"/>
              </a:rPr>
              <a:t>Pilot extras that need store data or partners (R4).</a:t>
            </a:r>
            <a:endParaRPr sz="1400" b="0">
              <a:solidFill>
                <a:srgbClr val="0013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Badge W"/>
          <p:cNvSpPr/>
          <p:nvPr/>
        </p:nvSpPr>
        <p:spPr>
          <a:xfrm>
            <a:off x="731520" y="4800600"/>
            <a:ext cx="457200" cy="457200"/>
          </a:xfrm>
          <a:prstGeom prst="ellipse">
            <a:avLst/>
          </a:prstGeom>
          <a:solidFill>
            <a:srgbClr val="C4C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1D2326"/>
                </a:solidFill>
                <a:latin typeface="Calibri"/>
              </a:rPr>
              <a:t>W</a:t>
            </a:r>
          </a:p>
        </p:txBody>
      </p:sp>
      <p:sp>
        <p:nvSpPr>
          <p:cNvPr id="10" name="Rule Won't"/>
          <p:cNvSpPr txBox="1"/>
          <p:nvPr/>
        </p:nvSpPr>
        <p:spPr>
          <a:xfrm>
            <a:off x="1371600" y="4782312"/>
            <a:ext cx="47548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0133A"/>
                </a:solidFill>
                <a:latin typeface="Calibri"/>
              </a:rPr>
              <a:t>Won't</a:t>
            </a:r>
            <a:endParaRPr lang="en-US" sz="1600" b="1">
              <a:solidFill>
                <a:srgbClr val="00133A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sz="1400" b="0">
                <a:solidFill>
                  <a:srgbClr val="00133A"/>
                </a:solidFill>
                <a:latin typeface="Calibri"/>
              </a:rPr>
              <a:t>Later (spec priority P2) or deliberately excluded by the spec.</a:t>
            </a:r>
            <a:endParaRPr sz="1400" b="0">
              <a:solidFill>
                <a:srgbClr val="0013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Decisions panel"/>
          <p:cNvSpPr/>
          <p:nvPr/>
        </p:nvSpPr>
        <p:spPr>
          <a:xfrm>
            <a:off x="6583680" y="1463040"/>
            <a:ext cx="4892040" cy="324612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ecisions text"/>
          <p:cNvSpPr txBox="1"/>
          <p:nvPr/>
        </p:nvSpPr>
        <p:spPr>
          <a:xfrm>
            <a:off x="6903720" y="1737360"/>
            <a:ext cx="4297680" cy="2031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0133A"/>
                </a:solidFill>
                <a:latin typeface="Calibri"/>
              </a:rPr>
              <a:t>Decisions for the team</a:t>
            </a:r>
            <a:endParaRPr lang="en-US" sz="1800" b="1">
              <a:solidFill>
                <a:srgbClr val="00133A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1200"/>
              </a:spcAft>
            </a:pPr>
            <a:r>
              <a:rPr sz="1400" b="0" dirty="0">
                <a:solidFill>
                  <a:srgbClr val="00133A"/>
                </a:solidFill>
                <a:latin typeface="Calibri"/>
              </a:rPr>
              <a:t>The spec marks FR-01 to FR-17 all as P0. For a 2-week MVP we moved seven to Should and photo input to Could.</a:t>
            </a:r>
            <a:endParaRPr sz="1400" b="0" dirty="0">
              <a:solidFill>
                <a:srgbClr val="00133A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00133A"/>
                </a:solidFill>
                <a:latin typeface="Calibri"/>
              </a:rPr>
              <a:t>The load limits (25 kg on plasterboard, 50 kg overall) come from our earlier Phase 1 draft and still need sign-off.</a:t>
            </a:r>
            <a:endParaRPr sz="1400" b="0" dirty="0">
              <a:solidFill>
                <a:srgbClr val="00133A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E5B04A"/>
                </a:solidFill>
                <a:latin typeface="Calibri"/>
              </a:rPr>
              <a:t>Next: confirm the Must list, then build R1 against these IDs.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731520" y="640080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9B2B5"/>
                </a:solidFill>
                <a:latin typeface="Calibri"/>
              </a:rPr>
              <a:t>Baumarkt Buddy · MoSCoW prioritisation</a:t>
            </a:r>
          </a:p>
        </p:txBody>
      </p:sp>
      <p:sp>
        <p:nvSpPr>
          <p:cNvPr id="14" name="Slide number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A9B2B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B3A2B-5443-997E-F873-ABC8BD1B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BCB68-91CC-89DB-71A7-AFD2BD32A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458C3-0B49-4C40-D28D-314B241D8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28. &amp; 29.10.2022 | S. </a:t>
            </a:r>
            <a:fld id="{561C198A-D571-4C92-B39D-4B64E46A3772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0462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559038-3E9C-593E-237D-FE3B4722C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DIY Market Is Evolving Through New Consumer Needs and Trends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753BF2-05D0-EE89-98F3-9F77332EE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28. &amp; 29.10.2022 | S. </a:t>
            </a:r>
            <a:fld id="{561C198A-D571-4C92-B39D-4B64E46A3772}" type="slidenum">
              <a:rPr lang="de-DE" smtClean="0"/>
              <a:pPr/>
              <a:t>11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E397F1F-19D9-1988-7388-F8164CB33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908720"/>
            <a:ext cx="3840426" cy="28803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5DE7FE05-2524-E7F3-AD03-6905A87CC98B}"/>
              </a:ext>
            </a:extLst>
          </p:cNvPr>
          <p:cNvSpPr/>
          <p:nvPr/>
        </p:nvSpPr>
        <p:spPr>
          <a:xfrm>
            <a:off x="335360" y="3933056"/>
            <a:ext cx="3840426" cy="2376264"/>
          </a:xfrm>
          <a:prstGeom prst="rect">
            <a:avLst/>
          </a:prstGeom>
          <a:solidFill>
            <a:srgbClr val="00133A"/>
          </a:solidFill>
          <a:ln>
            <a:solidFill>
              <a:srgbClr val="0013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noProof="0">
                <a:solidFill>
                  <a:schemeClr val="bg1">
                    <a:lumMod val="95000"/>
                  </a:schemeClr>
                </a:solidFill>
              </a:rPr>
              <a:t>The global DIY market is expected to grow steadily over the next few years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noProof="0">
                <a:solidFill>
                  <a:schemeClr val="bg1">
                    <a:lumMod val="95000"/>
                  </a:schemeClr>
                </a:solidFill>
              </a:rPr>
              <a:t>North America was the largest region in 2025, and Asia-Pacific is the fastest growing region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1363628-6B21-39D4-4B96-92E14BCA80C7}"/>
              </a:ext>
            </a:extLst>
          </p:cNvPr>
          <p:cNvSpPr/>
          <p:nvPr/>
        </p:nvSpPr>
        <p:spPr>
          <a:xfrm>
            <a:off x="4583832" y="908720"/>
            <a:ext cx="7272808" cy="5400600"/>
          </a:xfrm>
          <a:custGeom>
            <a:avLst/>
            <a:gdLst>
              <a:gd name="csX0" fmla="*/ 0 w 7272808"/>
              <a:gd name="csY0" fmla="*/ 0 h 5400600"/>
              <a:gd name="csX1" fmla="*/ 515708 w 7272808"/>
              <a:gd name="csY1" fmla="*/ 0 h 5400600"/>
              <a:gd name="csX2" fmla="*/ 1176873 w 7272808"/>
              <a:gd name="csY2" fmla="*/ 0 h 5400600"/>
              <a:gd name="csX3" fmla="*/ 1765309 w 7272808"/>
              <a:gd name="csY3" fmla="*/ 0 h 5400600"/>
              <a:gd name="csX4" fmla="*/ 2571929 w 7272808"/>
              <a:gd name="csY4" fmla="*/ 0 h 5400600"/>
              <a:gd name="csX5" fmla="*/ 3087638 w 7272808"/>
              <a:gd name="csY5" fmla="*/ 0 h 5400600"/>
              <a:gd name="csX6" fmla="*/ 3603346 w 7272808"/>
              <a:gd name="csY6" fmla="*/ 0 h 5400600"/>
              <a:gd name="csX7" fmla="*/ 4191782 w 7272808"/>
              <a:gd name="csY7" fmla="*/ 0 h 5400600"/>
              <a:gd name="csX8" fmla="*/ 4852946 w 7272808"/>
              <a:gd name="csY8" fmla="*/ 0 h 5400600"/>
              <a:gd name="csX9" fmla="*/ 5368655 w 7272808"/>
              <a:gd name="csY9" fmla="*/ 0 h 5400600"/>
              <a:gd name="csX10" fmla="*/ 6029819 w 7272808"/>
              <a:gd name="csY10" fmla="*/ 0 h 5400600"/>
              <a:gd name="csX11" fmla="*/ 7272808 w 7272808"/>
              <a:gd name="csY11" fmla="*/ 0 h 5400600"/>
              <a:gd name="csX12" fmla="*/ 7272808 w 7272808"/>
              <a:gd name="csY12" fmla="*/ 567063 h 5400600"/>
              <a:gd name="csX13" fmla="*/ 7272808 w 7272808"/>
              <a:gd name="csY13" fmla="*/ 1134126 h 5400600"/>
              <a:gd name="csX14" fmla="*/ 7272808 w 7272808"/>
              <a:gd name="csY14" fmla="*/ 1755195 h 5400600"/>
              <a:gd name="csX15" fmla="*/ 7272808 w 7272808"/>
              <a:gd name="csY15" fmla="*/ 2484276 h 5400600"/>
              <a:gd name="csX16" fmla="*/ 7272808 w 7272808"/>
              <a:gd name="csY16" fmla="*/ 2997333 h 5400600"/>
              <a:gd name="csX17" fmla="*/ 7272808 w 7272808"/>
              <a:gd name="csY17" fmla="*/ 3672408 h 5400600"/>
              <a:gd name="csX18" fmla="*/ 7272808 w 7272808"/>
              <a:gd name="csY18" fmla="*/ 4239471 h 5400600"/>
              <a:gd name="csX19" fmla="*/ 7272808 w 7272808"/>
              <a:gd name="csY19" fmla="*/ 4752528 h 5400600"/>
              <a:gd name="csX20" fmla="*/ 7272808 w 7272808"/>
              <a:gd name="csY20" fmla="*/ 5400600 h 5400600"/>
              <a:gd name="csX21" fmla="*/ 6466187 w 7272808"/>
              <a:gd name="csY21" fmla="*/ 5400600 h 5400600"/>
              <a:gd name="csX22" fmla="*/ 6023207 w 7272808"/>
              <a:gd name="csY22" fmla="*/ 5400600 h 5400600"/>
              <a:gd name="csX23" fmla="*/ 5580227 w 7272808"/>
              <a:gd name="csY23" fmla="*/ 5400600 h 5400600"/>
              <a:gd name="csX24" fmla="*/ 5137247 w 7272808"/>
              <a:gd name="csY24" fmla="*/ 5400600 h 5400600"/>
              <a:gd name="csX25" fmla="*/ 4694267 w 7272808"/>
              <a:gd name="csY25" fmla="*/ 5400600 h 5400600"/>
              <a:gd name="csX26" fmla="*/ 4178559 w 7272808"/>
              <a:gd name="csY26" fmla="*/ 5400600 h 5400600"/>
              <a:gd name="csX27" fmla="*/ 3371938 w 7272808"/>
              <a:gd name="csY27" fmla="*/ 5400600 h 5400600"/>
              <a:gd name="csX28" fmla="*/ 2856230 w 7272808"/>
              <a:gd name="csY28" fmla="*/ 5400600 h 5400600"/>
              <a:gd name="csX29" fmla="*/ 2413250 w 7272808"/>
              <a:gd name="csY29" fmla="*/ 5400600 h 5400600"/>
              <a:gd name="csX30" fmla="*/ 1752086 w 7272808"/>
              <a:gd name="csY30" fmla="*/ 5400600 h 5400600"/>
              <a:gd name="csX31" fmla="*/ 945465 w 7272808"/>
              <a:gd name="csY31" fmla="*/ 5400600 h 5400600"/>
              <a:gd name="csX32" fmla="*/ 0 w 7272808"/>
              <a:gd name="csY32" fmla="*/ 5400600 h 5400600"/>
              <a:gd name="csX33" fmla="*/ 0 w 7272808"/>
              <a:gd name="csY33" fmla="*/ 4617513 h 5400600"/>
              <a:gd name="csX34" fmla="*/ 0 w 7272808"/>
              <a:gd name="csY34" fmla="*/ 4104456 h 5400600"/>
              <a:gd name="csX35" fmla="*/ 0 w 7272808"/>
              <a:gd name="csY35" fmla="*/ 3537393 h 5400600"/>
              <a:gd name="csX36" fmla="*/ 0 w 7272808"/>
              <a:gd name="csY36" fmla="*/ 2754306 h 5400600"/>
              <a:gd name="csX37" fmla="*/ 0 w 7272808"/>
              <a:gd name="csY37" fmla="*/ 1971219 h 5400600"/>
              <a:gd name="csX38" fmla="*/ 0 w 7272808"/>
              <a:gd name="csY38" fmla="*/ 1350150 h 5400600"/>
              <a:gd name="csX39" fmla="*/ 0 w 7272808"/>
              <a:gd name="csY39" fmla="*/ 729081 h 5400600"/>
              <a:gd name="csX40" fmla="*/ 0 w 7272808"/>
              <a:gd name="csY40" fmla="*/ 0 h 5400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7272808" h="5400600" fill="none" extrusionOk="0">
                <a:moveTo>
                  <a:pt x="0" y="0"/>
                </a:moveTo>
                <a:cubicBezTo>
                  <a:pt x="146591" y="-16796"/>
                  <a:pt x="326381" y="24425"/>
                  <a:pt x="515708" y="0"/>
                </a:cubicBezTo>
                <a:cubicBezTo>
                  <a:pt x="705035" y="-24425"/>
                  <a:pt x="938621" y="-14550"/>
                  <a:pt x="1176873" y="0"/>
                </a:cubicBezTo>
                <a:cubicBezTo>
                  <a:pt x="1415125" y="14550"/>
                  <a:pt x="1572951" y="-12964"/>
                  <a:pt x="1765309" y="0"/>
                </a:cubicBezTo>
                <a:cubicBezTo>
                  <a:pt x="1957667" y="12964"/>
                  <a:pt x="2397332" y="-22665"/>
                  <a:pt x="2571929" y="0"/>
                </a:cubicBezTo>
                <a:cubicBezTo>
                  <a:pt x="2746526" y="22665"/>
                  <a:pt x="2980604" y="-13048"/>
                  <a:pt x="3087638" y="0"/>
                </a:cubicBezTo>
                <a:cubicBezTo>
                  <a:pt x="3194672" y="13048"/>
                  <a:pt x="3476471" y="-16347"/>
                  <a:pt x="3603346" y="0"/>
                </a:cubicBezTo>
                <a:cubicBezTo>
                  <a:pt x="3730221" y="16347"/>
                  <a:pt x="3981416" y="-3693"/>
                  <a:pt x="4191782" y="0"/>
                </a:cubicBezTo>
                <a:cubicBezTo>
                  <a:pt x="4402148" y="3693"/>
                  <a:pt x="4690613" y="12589"/>
                  <a:pt x="4852946" y="0"/>
                </a:cubicBezTo>
                <a:cubicBezTo>
                  <a:pt x="5015279" y="-12589"/>
                  <a:pt x="5254890" y="623"/>
                  <a:pt x="5368655" y="0"/>
                </a:cubicBezTo>
                <a:cubicBezTo>
                  <a:pt x="5482420" y="-623"/>
                  <a:pt x="5723089" y="29534"/>
                  <a:pt x="6029819" y="0"/>
                </a:cubicBezTo>
                <a:cubicBezTo>
                  <a:pt x="6336549" y="-29534"/>
                  <a:pt x="6802695" y="41003"/>
                  <a:pt x="7272808" y="0"/>
                </a:cubicBezTo>
                <a:cubicBezTo>
                  <a:pt x="7246389" y="118791"/>
                  <a:pt x="7296563" y="312037"/>
                  <a:pt x="7272808" y="567063"/>
                </a:cubicBezTo>
                <a:cubicBezTo>
                  <a:pt x="7249053" y="822089"/>
                  <a:pt x="7253194" y="989186"/>
                  <a:pt x="7272808" y="1134126"/>
                </a:cubicBezTo>
                <a:cubicBezTo>
                  <a:pt x="7292422" y="1279066"/>
                  <a:pt x="7295629" y="1556903"/>
                  <a:pt x="7272808" y="1755195"/>
                </a:cubicBezTo>
                <a:cubicBezTo>
                  <a:pt x="7249987" y="1953487"/>
                  <a:pt x="7270522" y="2219299"/>
                  <a:pt x="7272808" y="2484276"/>
                </a:cubicBezTo>
                <a:cubicBezTo>
                  <a:pt x="7275094" y="2749253"/>
                  <a:pt x="7280728" y="2810956"/>
                  <a:pt x="7272808" y="2997333"/>
                </a:cubicBezTo>
                <a:cubicBezTo>
                  <a:pt x="7264888" y="3183710"/>
                  <a:pt x="7290594" y="3486846"/>
                  <a:pt x="7272808" y="3672408"/>
                </a:cubicBezTo>
                <a:cubicBezTo>
                  <a:pt x="7255022" y="3857971"/>
                  <a:pt x="7277064" y="3966670"/>
                  <a:pt x="7272808" y="4239471"/>
                </a:cubicBezTo>
                <a:cubicBezTo>
                  <a:pt x="7268552" y="4512272"/>
                  <a:pt x="7249737" y="4554738"/>
                  <a:pt x="7272808" y="4752528"/>
                </a:cubicBezTo>
                <a:cubicBezTo>
                  <a:pt x="7295879" y="4950318"/>
                  <a:pt x="7289300" y="5132861"/>
                  <a:pt x="7272808" y="5400600"/>
                </a:cubicBezTo>
                <a:cubicBezTo>
                  <a:pt x="6990309" y="5432561"/>
                  <a:pt x="6868593" y="5394139"/>
                  <a:pt x="6466187" y="5400600"/>
                </a:cubicBezTo>
                <a:cubicBezTo>
                  <a:pt x="6063781" y="5407061"/>
                  <a:pt x="6227074" y="5381659"/>
                  <a:pt x="6023207" y="5400600"/>
                </a:cubicBezTo>
                <a:cubicBezTo>
                  <a:pt x="5819340" y="5419541"/>
                  <a:pt x="5757056" y="5416794"/>
                  <a:pt x="5580227" y="5400600"/>
                </a:cubicBezTo>
                <a:cubicBezTo>
                  <a:pt x="5403398" y="5384406"/>
                  <a:pt x="5345231" y="5378880"/>
                  <a:pt x="5137247" y="5400600"/>
                </a:cubicBezTo>
                <a:cubicBezTo>
                  <a:pt x="4929263" y="5422320"/>
                  <a:pt x="4828856" y="5405286"/>
                  <a:pt x="4694267" y="5400600"/>
                </a:cubicBezTo>
                <a:cubicBezTo>
                  <a:pt x="4559678" y="5395914"/>
                  <a:pt x="4301131" y="5424530"/>
                  <a:pt x="4178559" y="5400600"/>
                </a:cubicBezTo>
                <a:cubicBezTo>
                  <a:pt x="4055987" y="5376670"/>
                  <a:pt x="3689682" y="5363605"/>
                  <a:pt x="3371938" y="5400600"/>
                </a:cubicBezTo>
                <a:cubicBezTo>
                  <a:pt x="3054194" y="5437595"/>
                  <a:pt x="3064522" y="5410572"/>
                  <a:pt x="2856230" y="5400600"/>
                </a:cubicBezTo>
                <a:cubicBezTo>
                  <a:pt x="2647938" y="5390628"/>
                  <a:pt x="2555811" y="5394495"/>
                  <a:pt x="2413250" y="5400600"/>
                </a:cubicBezTo>
                <a:cubicBezTo>
                  <a:pt x="2270689" y="5406705"/>
                  <a:pt x="1987257" y="5409336"/>
                  <a:pt x="1752086" y="5400600"/>
                </a:cubicBezTo>
                <a:cubicBezTo>
                  <a:pt x="1516915" y="5391864"/>
                  <a:pt x="1335769" y="5378397"/>
                  <a:pt x="945465" y="5400600"/>
                </a:cubicBezTo>
                <a:cubicBezTo>
                  <a:pt x="555161" y="5422803"/>
                  <a:pt x="458413" y="5382435"/>
                  <a:pt x="0" y="5400600"/>
                </a:cubicBezTo>
                <a:cubicBezTo>
                  <a:pt x="7235" y="5116527"/>
                  <a:pt x="22034" y="4897057"/>
                  <a:pt x="0" y="4617513"/>
                </a:cubicBezTo>
                <a:cubicBezTo>
                  <a:pt x="-22034" y="4337969"/>
                  <a:pt x="24332" y="4243646"/>
                  <a:pt x="0" y="4104456"/>
                </a:cubicBezTo>
                <a:cubicBezTo>
                  <a:pt x="-24332" y="3965266"/>
                  <a:pt x="13747" y="3776807"/>
                  <a:pt x="0" y="3537393"/>
                </a:cubicBezTo>
                <a:cubicBezTo>
                  <a:pt x="-13747" y="3297979"/>
                  <a:pt x="-23770" y="2948684"/>
                  <a:pt x="0" y="2754306"/>
                </a:cubicBezTo>
                <a:cubicBezTo>
                  <a:pt x="23770" y="2559928"/>
                  <a:pt x="-10219" y="2267783"/>
                  <a:pt x="0" y="1971219"/>
                </a:cubicBezTo>
                <a:cubicBezTo>
                  <a:pt x="10219" y="1674655"/>
                  <a:pt x="22138" y="1614137"/>
                  <a:pt x="0" y="1350150"/>
                </a:cubicBezTo>
                <a:cubicBezTo>
                  <a:pt x="-22138" y="1086163"/>
                  <a:pt x="-5561" y="863695"/>
                  <a:pt x="0" y="729081"/>
                </a:cubicBezTo>
                <a:cubicBezTo>
                  <a:pt x="5561" y="594467"/>
                  <a:pt x="36079" y="279652"/>
                  <a:pt x="0" y="0"/>
                </a:cubicBezTo>
                <a:close/>
              </a:path>
              <a:path w="7272808" h="5400600" stroke="0" extrusionOk="0">
                <a:moveTo>
                  <a:pt x="0" y="0"/>
                </a:moveTo>
                <a:cubicBezTo>
                  <a:pt x="281140" y="-29025"/>
                  <a:pt x="388052" y="12836"/>
                  <a:pt x="588436" y="0"/>
                </a:cubicBezTo>
                <a:cubicBezTo>
                  <a:pt x="788820" y="-12836"/>
                  <a:pt x="942172" y="18419"/>
                  <a:pt x="1104144" y="0"/>
                </a:cubicBezTo>
                <a:cubicBezTo>
                  <a:pt x="1266116" y="-18419"/>
                  <a:pt x="1500904" y="-14777"/>
                  <a:pt x="1838037" y="0"/>
                </a:cubicBezTo>
                <a:cubicBezTo>
                  <a:pt x="2175170" y="14777"/>
                  <a:pt x="2317919" y="29251"/>
                  <a:pt x="2571929" y="0"/>
                </a:cubicBezTo>
                <a:cubicBezTo>
                  <a:pt x="2825939" y="-29251"/>
                  <a:pt x="2860838" y="-7434"/>
                  <a:pt x="3014909" y="0"/>
                </a:cubicBezTo>
                <a:cubicBezTo>
                  <a:pt x="3168980" y="7434"/>
                  <a:pt x="3611882" y="13155"/>
                  <a:pt x="3821530" y="0"/>
                </a:cubicBezTo>
                <a:cubicBezTo>
                  <a:pt x="4031178" y="-13155"/>
                  <a:pt x="4281748" y="11399"/>
                  <a:pt x="4482694" y="0"/>
                </a:cubicBezTo>
                <a:cubicBezTo>
                  <a:pt x="4683640" y="-11399"/>
                  <a:pt x="4877089" y="9003"/>
                  <a:pt x="5143859" y="0"/>
                </a:cubicBezTo>
                <a:cubicBezTo>
                  <a:pt x="5410630" y="-9003"/>
                  <a:pt x="5651031" y="8114"/>
                  <a:pt x="5805023" y="0"/>
                </a:cubicBezTo>
                <a:cubicBezTo>
                  <a:pt x="5959015" y="-8114"/>
                  <a:pt x="6333864" y="15447"/>
                  <a:pt x="6611644" y="0"/>
                </a:cubicBezTo>
                <a:cubicBezTo>
                  <a:pt x="6889424" y="-15447"/>
                  <a:pt x="7004395" y="14088"/>
                  <a:pt x="7272808" y="0"/>
                </a:cubicBezTo>
                <a:cubicBezTo>
                  <a:pt x="7275813" y="390144"/>
                  <a:pt x="7235146" y="623257"/>
                  <a:pt x="7272808" y="783087"/>
                </a:cubicBezTo>
                <a:cubicBezTo>
                  <a:pt x="7310470" y="942917"/>
                  <a:pt x="7284723" y="1095489"/>
                  <a:pt x="7272808" y="1404156"/>
                </a:cubicBezTo>
                <a:cubicBezTo>
                  <a:pt x="7260893" y="1712823"/>
                  <a:pt x="7300748" y="1745211"/>
                  <a:pt x="7272808" y="1971219"/>
                </a:cubicBezTo>
                <a:cubicBezTo>
                  <a:pt x="7244868" y="2197227"/>
                  <a:pt x="7264346" y="2416507"/>
                  <a:pt x="7272808" y="2592288"/>
                </a:cubicBezTo>
                <a:cubicBezTo>
                  <a:pt x="7281270" y="2768069"/>
                  <a:pt x="7298502" y="3013388"/>
                  <a:pt x="7272808" y="3213357"/>
                </a:cubicBezTo>
                <a:cubicBezTo>
                  <a:pt x="7247114" y="3413326"/>
                  <a:pt x="7260321" y="3503522"/>
                  <a:pt x="7272808" y="3726414"/>
                </a:cubicBezTo>
                <a:cubicBezTo>
                  <a:pt x="7285295" y="3949306"/>
                  <a:pt x="7276197" y="4178629"/>
                  <a:pt x="7272808" y="4347483"/>
                </a:cubicBezTo>
                <a:cubicBezTo>
                  <a:pt x="7269419" y="4516337"/>
                  <a:pt x="7261832" y="4926354"/>
                  <a:pt x="7272808" y="5400600"/>
                </a:cubicBezTo>
                <a:cubicBezTo>
                  <a:pt x="7053708" y="5396209"/>
                  <a:pt x="6817792" y="5373824"/>
                  <a:pt x="6684372" y="5400600"/>
                </a:cubicBezTo>
                <a:cubicBezTo>
                  <a:pt x="6550952" y="5427376"/>
                  <a:pt x="6273959" y="5377937"/>
                  <a:pt x="6095935" y="5400600"/>
                </a:cubicBezTo>
                <a:cubicBezTo>
                  <a:pt x="5917911" y="5423263"/>
                  <a:pt x="5764012" y="5417577"/>
                  <a:pt x="5580227" y="5400600"/>
                </a:cubicBezTo>
                <a:cubicBezTo>
                  <a:pt x="5396442" y="5383623"/>
                  <a:pt x="5343782" y="5408792"/>
                  <a:pt x="5137247" y="5400600"/>
                </a:cubicBezTo>
                <a:cubicBezTo>
                  <a:pt x="4930712" y="5392408"/>
                  <a:pt x="4863199" y="5396733"/>
                  <a:pt x="4621539" y="5400600"/>
                </a:cubicBezTo>
                <a:cubicBezTo>
                  <a:pt x="4379879" y="5404467"/>
                  <a:pt x="4053474" y="5387862"/>
                  <a:pt x="3887646" y="5400600"/>
                </a:cubicBezTo>
                <a:cubicBezTo>
                  <a:pt x="3721818" y="5413338"/>
                  <a:pt x="3355661" y="5412468"/>
                  <a:pt x="3153754" y="5400600"/>
                </a:cubicBezTo>
                <a:cubicBezTo>
                  <a:pt x="2951847" y="5388732"/>
                  <a:pt x="2819541" y="5391463"/>
                  <a:pt x="2710774" y="5400600"/>
                </a:cubicBezTo>
                <a:cubicBezTo>
                  <a:pt x="2602007" y="5409737"/>
                  <a:pt x="2328858" y="5386399"/>
                  <a:pt x="2195066" y="5400600"/>
                </a:cubicBezTo>
                <a:cubicBezTo>
                  <a:pt x="2061274" y="5414801"/>
                  <a:pt x="1887698" y="5421140"/>
                  <a:pt x="1679357" y="5400600"/>
                </a:cubicBezTo>
                <a:cubicBezTo>
                  <a:pt x="1471016" y="5380060"/>
                  <a:pt x="1189271" y="5389660"/>
                  <a:pt x="945465" y="5400600"/>
                </a:cubicBezTo>
                <a:cubicBezTo>
                  <a:pt x="701659" y="5411540"/>
                  <a:pt x="429926" y="5395442"/>
                  <a:pt x="0" y="5400600"/>
                </a:cubicBezTo>
                <a:cubicBezTo>
                  <a:pt x="17823" y="5186056"/>
                  <a:pt x="18407" y="5088182"/>
                  <a:pt x="0" y="4887543"/>
                </a:cubicBezTo>
                <a:cubicBezTo>
                  <a:pt x="-18407" y="4686904"/>
                  <a:pt x="28744" y="4368994"/>
                  <a:pt x="0" y="4212468"/>
                </a:cubicBezTo>
                <a:cubicBezTo>
                  <a:pt x="-28744" y="4055943"/>
                  <a:pt x="4490" y="3840360"/>
                  <a:pt x="0" y="3537393"/>
                </a:cubicBezTo>
                <a:cubicBezTo>
                  <a:pt x="-4490" y="3234427"/>
                  <a:pt x="-22760" y="3176953"/>
                  <a:pt x="0" y="3024336"/>
                </a:cubicBezTo>
                <a:cubicBezTo>
                  <a:pt x="22760" y="2871719"/>
                  <a:pt x="-3516" y="2511174"/>
                  <a:pt x="0" y="2349261"/>
                </a:cubicBezTo>
                <a:cubicBezTo>
                  <a:pt x="3516" y="2187349"/>
                  <a:pt x="-29233" y="1864334"/>
                  <a:pt x="0" y="1620180"/>
                </a:cubicBezTo>
                <a:cubicBezTo>
                  <a:pt x="29233" y="1376026"/>
                  <a:pt x="-20886" y="1236259"/>
                  <a:pt x="0" y="999111"/>
                </a:cubicBezTo>
                <a:cubicBezTo>
                  <a:pt x="20886" y="761963"/>
                  <a:pt x="-22250" y="365651"/>
                  <a:pt x="0" y="0"/>
                </a:cubicBezTo>
                <a:close/>
              </a:path>
            </a:pathLst>
          </a:custGeom>
          <a:ln>
            <a:solidFill>
              <a:srgbClr val="00133A"/>
            </a:solidFill>
            <a:extLst>
              <a:ext uri="{C807C97D-BFC1-408E-A445-0C87EB9F89A2}">
                <ask:lineSketchStyleProps xmlns:ask="http://schemas.microsoft.com/office/drawing/2018/sketchyshapes" sd="18464587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 b="1">
                <a:solidFill>
                  <a:srgbClr val="00133A"/>
                </a:solidFill>
                <a:latin typeface="Bahnschrift Condensed" panose="020B0502040204020203" pitchFamily="34" charset="0"/>
              </a:rPr>
              <a:t>Trends</a:t>
            </a:r>
            <a:endParaRPr lang="en-GB" sz="1600" b="1">
              <a:solidFill>
                <a:srgbClr val="00133A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0" name="Grafik 9" descr="Smartphone mit einfarbiger Füllung">
            <a:extLst>
              <a:ext uri="{FF2B5EF4-FFF2-40B4-BE49-F238E27FC236}">
                <a16:creationId xmlns:a16="http://schemas.microsoft.com/office/drawing/2014/main" id="{2B9A805D-FDAB-9B07-F562-374D16E074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0155" y="1229447"/>
            <a:ext cx="914400" cy="914400"/>
          </a:xfrm>
          <a:prstGeom prst="rect">
            <a:avLst/>
          </a:prstGeom>
        </p:spPr>
      </p:pic>
      <p:pic>
        <p:nvPicPr>
          <p:cNvPr id="12" name="Grafik 11" descr="Sterne mit einfarbiger Füllung">
            <a:extLst>
              <a:ext uri="{FF2B5EF4-FFF2-40B4-BE49-F238E27FC236}">
                <a16:creationId xmlns:a16="http://schemas.microsoft.com/office/drawing/2014/main" id="{6B6FF44E-366E-B96C-6EEB-35BA3C339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0155" y="4005064"/>
            <a:ext cx="914400" cy="914400"/>
          </a:xfrm>
          <a:prstGeom prst="rect">
            <a:avLst/>
          </a:prstGeom>
        </p:spPr>
      </p:pic>
      <p:pic>
        <p:nvPicPr>
          <p:cNvPr id="14" name="Grafik 13" descr="Pflanze mit einfarbiger Füllung">
            <a:extLst>
              <a:ext uri="{FF2B5EF4-FFF2-40B4-BE49-F238E27FC236}">
                <a16:creationId xmlns:a16="http://schemas.microsoft.com/office/drawing/2014/main" id="{C469D939-601A-BB21-7C34-ABFDD96F98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5721" y="1231671"/>
            <a:ext cx="914400" cy="914400"/>
          </a:xfrm>
          <a:prstGeom prst="rect">
            <a:avLst/>
          </a:prstGeom>
        </p:spPr>
      </p:pic>
      <p:pic>
        <p:nvPicPr>
          <p:cNvPr id="16" name="Grafik 15" descr="Farbroller Werkzeug mit einfarbiger Füllung">
            <a:extLst>
              <a:ext uri="{FF2B5EF4-FFF2-40B4-BE49-F238E27FC236}">
                <a16:creationId xmlns:a16="http://schemas.microsoft.com/office/drawing/2014/main" id="{19A5D252-E4D4-AB3E-3546-C363A5FA2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94199" y="4259155"/>
            <a:ext cx="914400" cy="91440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8B7C39D4-2ECC-B014-5B42-73C8BF33F998}"/>
              </a:ext>
            </a:extLst>
          </p:cNvPr>
          <p:cNvSpPr txBox="1"/>
          <p:nvPr/>
        </p:nvSpPr>
        <p:spPr>
          <a:xfrm>
            <a:off x="8760296" y="4437263"/>
            <a:ext cx="3096344" cy="1374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84"/>
              </a:spcBef>
              <a:tabLst>
                <a:tab pos="0" algn="l"/>
              </a:tabLst>
            </a:pPr>
            <a:r>
              <a:rPr lang="en-GB" sz="1600" b="1">
                <a:solidFill>
                  <a:srgbClr val="00133A"/>
                </a:solidFill>
              </a:rPr>
              <a:t>Renovating Instead of Buying New</a:t>
            </a:r>
          </a:p>
          <a:p>
            <a:pPr>
              <a:spcBef>
                <a:spcPts val="384"/>
              </a:spcBef>
              <a:tabLst>
                <a:tab pos="0" algn="l"/>
              </a:tabLst>
            </a:pPr>
            <a:r>
              <a:rPr lang="en-GB" sz="1600">
                <a:solidFill>
                  <a:srgbClr val="00133A"/>
                </a:solidFill>
              </a:rPr>
              <a:t>Consumers are looking for cost-effective ways to improve their homes rather than replacing everything with new products</a:t>
            </a:r>
            <a:endParaRPr lang="en-GB" sz="1600">
              <a:solidFill>
                <a:srgbClr val="00133A"/>
              </a:solidFill>
              <a:latin typeface="+mn-lt"/>
              <a:cs typeface="+mn-cs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055734F-8E08-765D-1916-E5BA52AB2E92}"/>
              </a:ext>
            </a:extLst>
          </p:cNvPr>
          <p:cNvSpPr txBox="1"/>
          <p:nvPr/>
        </p:nvSpPr>
        <p:spPr>
          <a:xfrm>
            <a:off x="9360121" y="1231671"/>
            <a:ext cx="249651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>
                <a:solidFill>
                  <a:srgbClr val="00133A"/>
                </a:solidFill>
              </a:rPr>
              <a:t>Urban Gardening and Outdoor Living</a:t>
            </a:r>
          </a:p>
          <a:p>
            <a:r>
              <a:rPr lang="en-GB" sz="1600">
                <a:solidFill>
                  <a:srgbClr val="00133A"/>
                </a:solidFill>
              </a:rPr>
              <a:t>Balconies, small gardens, and green living spaces are increasingly used for leisure, home improvement, and growing plants or food.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44C0EA9-A694-88CE-F2DF-4771E2013BAE}"/>
              </a:ext>
            </a:extLst>
          </p:cNvPr>
          <p:cNvSpPr txBox="1"/>
          <p:nvPr/>
        </p:nvSpPr>
        <p:spPr>
          <a:xfrm>
            <a:off x="5493015" y="1151288"/>
            <a:ext cx="272722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>
                <a:solidFill>
                  <a:srgbClr val="00133A"/>
                </a:solidFill>
              </a:rPr>
              <a:t>Social Media as a Source of Inspiration </a:t>
            </a:r>
          </a:p>
          <a:p>
            <a:r>
              <a:rPr lang="en-GB" sz="1600">
                <a:solidFill>
                  <a:srgbClr val="00133A"/>
                </a:solidFill>
              </a:rPr>
              <a:t>Consumers discover DIY projects through videos and social networks and use digital tutorials to guide their own projects.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511417BB-96BF-6E7C-8E81-ADAFBAF2F2F4}"/>
              </a:ext>
            </a:extLst>
          </p:cNvPr>
          <p:cNvSpPr txBox="1"/>
          <p:nvPr/>
        </p:nvSpPr>
        <p:spPr>
          <a:xfrm>
            <a:off x="5531841" y="4005064"/>
            <a:ext cx="19543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>
                <a:solidFill>
                  <a:srgbClr val="00133A"/>
                </a:solidFill>
              </a:rPr>
              <a:t>Creative Hobbies and Personalisation</a:t>
            </a:r>
          </a:p>
          <a:p>
            <a:r>
              <a:rPr lang="en-GB" sz="1600">
                <a:solidFill>
                  <a:srgbClr val="00133A"/>
                </a:solidFill>
              </a:rPr>
              <a:t>DIY extends beyond home improvement to creative leisure activities such as crafting, pottery, and personalised decoration.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5DE2AD9-1BBE-8D54-820A-5C4B40C0BBCB}"/>
              </a:ext>
            </a:extLst>
          </p:cNvPr>
          <p:cNvSpPr txBox="1"/>
          <p:nvPr/>
        </p:nvSpPr>
        <p:spPr>
          <a:xfrm>
            <a:off x="3084150" y="6453336"/>
            <a:ext cx="6048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84"/>
              </a:spcBef>
              <a:tabLst>
                <a:tab pos="0" algn="l"/>
              </a:tabLst>
            </a:pPr>
            <a:r>
              <a:rPr lang="de-DE" sz="800" b="1">
                <a:latin typeface="+mn-lt"/>
                <a:cs typeface="+mn-cs"/>
              </a:rPr>
              <a:t>Source</a:t>
            </a:r>
            <a:r>
              <a:rPr lang="de-DE" sz="800">
                <a:latin typeface="+mn-lt"/>
                <a:cs typeface="+mn-cs"/>
              </a:rPr>
              <a:t>: </a:t>
            </a:r>
            <a:r>
              <a:rPr lang="en-GB" sz="800">
                <a:hlinkClick r:id="rId7"/>
              </a:rPr>
              <a:t>Do It Yourself (DIY) Market Growth Forecast Report 2026-2030</a:t>
            </a:r>
            <a:r>
              <a:rPr lang="en-GB" sz="800"/>
              <a:t>, </a:t>
            </a:r>
            <a:r>
              <a:rPr lang="en-GB" sz="800">
                <a:hlinkClick r:id="rId8"/>
              </a:rPr>
              <a:t>European Home Improvement Trends &amp; Consumer Insights | USP</a:t>
            </a:r>
            <a:r>
              <a:rPr lang="en-GB" sz="800"/>
              <a:t>, </a:t>
            </a:r>
            <a:r>
              <a:rPr lang="en-GB" sz="800">
                <a:hlinkClick r:id="rId9"/>
              </a:rPr>
              <a:t>Neue Studie von </a:t>
            </a:r>
            <a:r>
              <a:rPr lang="en-GB" sz="800" err="1">
                <a:hlinkClick r:id="rId9"/>
              </a:rPr>
              <a:t>Appinio</a:t>
            </a:r>
            <a:r>
              <a:rPr lang="en-GB" sz="800">
                <a:hlinkClick r:id="rId9"/>
              </a:rPr>
              <a:t> und OBI </a:t>
            </a:r>
            <a:r>
              <a:rPr lang="en-GB" sz="800" err="1">
                <a:hlinkClick r:id="rId9"/>
              </a:rPr>
              <a:t>zeigt</a:t>
            </a:r>
            <a:r>
              <a:rPr lang="en-GB" sz="800">
                <a:hlinkClick r:id="rId9"/>
              </a:rPr>
              <a:t>: </a:t>
            </a:r>
            <a:r>
              <a:rPr lang="en-GB" sz="800" err="1">
                <a:hlinkClick r:id="rId9"/>
              </a:rPr>
              <a:t>Heimwerken</a:t>
            </a:r>
            <a:r>
              <a:rPr lang="en-GB" sz="800">
                <a:hlinkClick r:id="rId9"/>
              </a:rPr>
              <a:t> </a:t>
            </a:r>
            <a:r>
              <a:rPr lang="en-GB" sz="800" err="1">
                <a:hlinkClick r:id="rId9"/>
              </a:rPr>
              <a:t>liegt</a:t>
            </a:r>
            <a:r>
              <a:rPr lang="en-GB" sz="800">
                <a:hlinkClick r:id="rId9"/>
              </a:rPr>
              <a:t> </a:t>
            </a:r>
            <a:r>
              <a:rPr lang="en-GB" sz="800" err="1">
                <a:hlinkClick r:id="rId9"/>
              </a:rPr>
              <a:t>voll</a:t>
            </a:r>
            <a:r>
              <a:rPr lang="en-GB" sz="800">
                <a:hlinkClick r:id="rId9"/>
              </a:rPr>
              <a:t> </a:t>
            </a:r>
            <a:r>
              <a:rPr lang="en-GB" sz="800" err="1">
                <a:hlinkClick r:id="rId9"/>
              </a:rPr>
              <a:t>im</a:t>
            </a:r>
            <a:r>
              <a:rPr lang="en-GB" sz="800">
                <a:hlinkClick r:id="rId9"/>
              </a:rPr>
              <a:t> Trend – Social Media </a:t>
            </a:r>
            <a:r>
              <a:rPr lang="en-GB" sz="800" err="1">
                <a:hlinkClick r:id="rId9"/>
              </a:rPr>
              <a:t>als</a:t>
            </a:r>
            <a:r>
              <a:rPr lang="en-GB" sz="800">
                <a:hlinkClick r:id="rId9"/>
              </a:rPr>
              <a:t> DIY-</a:t>
            </a:r>
            <a:r>
              <a:rPr lang="en-GB" sz="800" err="1">
                <a:hlinkClick r:id="rId9"/>
              </a:rPr>
              <a:t>Inspirationsquelle</a:t>
            </a:r>
            <a:endParaRPr lang="en-GB" sz="80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3910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08251744-EFF9-4FE1-6C07-E9939E48D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601836"/>
              </p:ext>
            </p:extLst>
          </p:nvPr>
        </p:nvGraphicFramePr>
        <p:xfrm>
          <a:off x="4655840" y="1077929"/>
          <a:ext cx="7163157" cy="494335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22396">
                  <a:extLst>
                    <a:ext uri="{9D8B030D-6E8A-4147-A177-3AD203B41FA5}">
                      <a16:colId xmlns:a16="http://schemas.microsoft.com/office/drawing/2014/main" val="1756016539"/>
                    </a:ext>
                  </a:extLst>
                </a:gridCol>
                <a:gridCol w="1044761">
                  <a:extLst>
                    <a:ext uri="{9D8B030D-6E8A-4147-A177-3AD203B41FA5}">
                      <a16:colId xmlns:a16="http://schemas.microsoft.com/office/drawing/2014/main" val="4107976120"/>
                    </a:ext>
                  </a:extLst>
                </a:gridCol>
                <a:gridCol w="1449000">
                  <a:extLst>
                    <a:ext uri="{9D8B030D-6E8A-4147-A177-3AD203B41FA5}">
                      <a16:colId xmlns:a16="http://schemas.microsoft.com/office/drawing/2014/main" val="644224515"/>
                    </a:ext>
                  </a:extLst>
                </a:gridCol>
                <a:gridCol w="1449000">
                  <a:extLst>
                    <a:ext uri="{9D8B030D-6E8A-4147-A177-3AD203B41FA5}">
                      <a16:colId xmlns:a16="http://schemas.microsoft.com/office/drawing/2014/main" val="1690438829"/>
                    </a:ext>
                  </a:extLst>
                </a:gridCol>
                <a:gridCol w="1449000">
                  <a:extLst>
                    <a:ext uri="{9D8B030D-6E8A-4147-A177-3AD203B41FA5}">
                      <a16:colId xmlns:a16="http://schemas.microsoft.com/office/drawing/2014/main" val="2199156463"/>
                    </a:ext>
                  </a:extLst>
                </a:gridCol>
                <a:gridCol w="1449000">
                  <a:extLst>
                    <a:ext uri="{9D8B030D-6E8A-4147-A177-3AD203B41FA5}">
                      <a16:colId xmlns:a16="http://schemas.microsoft.com/office/drawing/2014/main" val="3794895363"/>
                    </a:ext>
                  </a:extLst>
                </a:gridCol>
              </a:tblGrid>
              <a:tr h="709391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Description To Plan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Automatic Material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Instore Finder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Personalized Guidance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18246"/>
                  </a:ext>
                </a:extLst>
              </a:tr>
              <a:tr h="529246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err="1"/>
                        <a:t>heyOBI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008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GB" sz="1800" b="1">
                        <a:solidFill>
                          <a:srgbClr val="008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4312433"/>
                  </a:ext>
                </a:extLst>
              </a:tr>
              <a:tr h="529246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/>
                        <a:t>Hornbach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364190"/>
                  </a:ext>
                </a:extLst>
              </a:tr>
              <a:tr h="529246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/>
                        <a:t>Bauhaus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rgbClr val="008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GB" sz="1800" b="1">
                        <a:solidFill>
                          <a:srgbClr val="008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309478"/>
                  </a:ext>
                </a:extLst>
              </a:tr>
              <a:tr h="529246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/>
                        <a:t>toom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9718162"/>
                  </a:ext>
                </a:extLst>
              </a:tr>
              <a:tr h="529246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/>
                        <a:t>Hagebau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988846"/>
                  </a:ext>
                </a:extLst>
              </a:tr>
              <a:tr h="529246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err="1"/>
                        <a:t>Lowe‘s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008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GB" sz="1800" b="1">
                        <a:solidFill>
                          <a:srgbClr val="008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008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GB" sz="1800" b="1">
                        <a:solidFill>
                          <a:srgbClr val="008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008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GB" sz="1800" b="1">
                        <a:solidFill>
                          <a:srgbClr val="008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1796455"/>
                  </a:ext>
                </a:extLst>
              </a:tr>
              <a:tr h="529246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/>
                        <a:t>Home Depot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008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GB" sz="1800" b="1">
                        <a:solidFill>
                          <a:srgbClr val="008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008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GB" sz="1800" b="1">
                        <a:solidFill>
                          <a:srgbClr val="008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008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GB" sz="1800" b="1">
                        <a:solidFill>
                          <a:srgbClr val="008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008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GB" sz="1800" b="1">
                        <a:solidFill>
                          <a:srgbClr val="008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810657"/>
                  </a:ext>
                </a:extLst>
              </a:tr>
              <a:tr h="529246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/>
                        <a:t>Heimwerk AI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008000"/>
                          </a:solidFill>
                          <a:sym typeface="Wingdings" panose="05000000000000000000" pitchFamily="2" charset="2"/>
                        </a:rPr>
                        <a:t></a:t>
                      </a:r>
                      <a:endParaRPr lang="en-GB" sz="1800" b="1">
                        <a:solidFill>
                          <a:srgbClr val="008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</a:t>
                      </a:r>
                      <a:endParaRPr lang="en-GB" sz="1800" b="1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104093"/>
                  </a:ext>
                </a:extLst>
              </a:tr>
            </a:tbl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7E925B-F01F-1C3C-4D8B-8A4B79DB0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An Established DIY Market Still Leaves Room for a More Connected Experience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4AB9BC-0311-EF30-FFD0-F30785301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November 7, 2026 | S. </a:t>
            </a:r>
            <a:fld id="{561C198A-D571-4C92-B39D-4B64E46A3772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C98873B-9E5C-FE7F-7A68-090ABE1885C0}"/>
              </a:ext>
            </a:extLst>
          </p:cNvPr>
          <p:cNvSpPr txBox="1"/>
          <p:nvPr/>
        </p:nvSpPr>
        <p:spPr>
          <a:xfrm>
            <a:off x="3084150" y="6539259"/>
            <a:ext cx="60486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84"/>
              </a:spcBef>
              <a:tabLst>
                <a:tab pos="0" algn="l"/>
              </a:tabLst>
            </a:pPr>
            <a:r>
              <a:rPr lang="de-DE" sz="800" b="1">
                <a:latin typeface="+mn-lt"/>
                <a:cs typeface="+mn-cs"/>
              </a:rPr>
              <a:t>Source</a:t>
            </a:r>
            <a:r>
              <a:rPr lang="de-DE" sz="800">
                <a:latin typeface="+mn-lt"/>
                <a:cs typeface="+mn-cs"/>
              </a:rPr>
              <a:t>: </a:t>
            </a:r>
            <a:r>
              <a:rPr lang="en-GB" sz="800">
                <a:hlinkClick r:id="rId2"/>
              </a:rPr>
              <a:t>Do It Yourself (DIY) Market Growth Forecast Report 2026-2030</a:t>
            </a:r>
            <a:endParaRPr lang="en-GB" sz="800">
              <a:latin typeface="+mn-lt"/>
              <a:cs typeface="+mn-cs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935D6D01-34CC-760E-7DD3-2BD767345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419" y="1885747"/>
            <a:ext cx="288000" cy="288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5DAF7CD5-4169-E37E-A8F8-44F14CA0C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0419" y="2463433"/>
            <a:ext cx="288000" cy="288000"/>
          </a:xfrm>
          <a:prstGeom prst="round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EEFF8508-E55D-E2DC-6FD9-FC25AEB874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0419" y="2978144"/>
            <a:ext cx="288000" cy="288000"/>
          </a:xfrm>
          <a:prstGeom prst="round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4CA84B86-1521-A2AC-34C0-D2F89232F3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0419" y="3527942"/>
            <a:ext cx="288000" cy="288000"/>
          </a:xfrm>
          <a:prstGeom prst="round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D79245F0-C218-4085-77F1-32AA1FEDEA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0419" y="4049305"/>
            <a:ext cx="288000" cy="288000"/>
          </a:xfrm>
          <a:prstGeom prst="round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0F9AF13A-946D-3D2C-2C2C-367DFF3C4E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0419" y="5558791"/>
            <a:ext cx="288000" cy="288000"/>
          </a:xfrm>
          <a:prstGeom prst="round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3FEE4949-38E8-23B8-D662-D6920A242F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0419" y="5078175"/>
            <a:ext cx="288000" cy="288000"/>
          </a:xfrm>
          <a:prstGeom prst="roundRect">
            <a:avLst/>
          </a:prstGeom>
        </p:spPr>
      </p:pic>
      <p:pic>
        <p:nvPicPr>
          <p:cNvPr id="44" name="Grafik 43" descr="Lowe's Logo, symbol, meaning, history, PNG">
            <a:extLst>
              <a:ext uri="{FF2B5EF4-FFF2-40B4-BE49-F238E27FC236}">
                <a16:creationId xmlns:a16="http://schemas.microsoft.com/office/drawing/2014/main" id="{3AB19EC4-62ED-2CA3-088D-B7A79E87BA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0419" y="4629466"/>
            <a:ext cx="288000" cy="162000"/>
          </a:xfrm>
          <a:prstGeom prst="rect">
            <a:avLst/>
          </a:prstGeom>
        </p:spPr>
      </p:pic>
      <p:sp>
        <p:nvSpPr>
          <p:cNvPr id="45" name="Rechteck 44">
            <a:extLst>
              <a:ext uri="{FF2B5EF4-FFF2-40B4-BE49-F238E27FC236}">
                <a16:creationId xmlns:a16="http://schemas.microsoft.com/office/drawing/2014/main" id="{731ACFB6-25EB-A5E7-FEEF-0A59952C8E6A}"/>
              </a:ext>
            </a:extLst>
          </p:cNvPr>
          <p:cNvSpPr/>
          <p:nvPr/>
        </p:nvSpPr>
        <p:spPr>
          <a:xfrm>
            <a:off x="4655840" y="4421532"/>
            <a:ext cx="7163157" cy="1064509"/>
          </a:xfrm>
          <a:prstGeom prst="rect">
            <a:avLst/>
          </a:prstGeom>
          <a:noFill/>
          <a:ln w="38100">
            <a:solidFill>
              <a:srgbClr val="0013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C0DE4636-B7F3-9F0C-52F9-EB3EBC932DF8}"/>
              </a:ext>
            </a:extLst>
          </p:cNvPr>
          <p:cNvSpPr txBox="1"/>
          <p:nvPr/>
        </p:nvSpPr>
        <p:spPr>
          <a:xfrm>
            <a:off x="2999656" y="4599843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384"/>
              </a:spcBef>
              <a:tabLst>
                <a:tab pos="0" algn="l"/>
              </a:tabLst>
            </a:pPr>
            <a:r>
              <a:rPr lang="en-US" sz="2000" b="1" noProof="0">
                <a:solidFill>
                  <a:srgbClr val="00133A"/>
                </a:solidFill>
                <a:latin typeface="+mn-lt"/>
                <a:cs typeface="+mn-cs"/>
              </a:rPr>
              <a:t>US companies</a:t>
            </a:r>
          </a:p>
        </p:txBody>
      </p:sp>
    </p:spTree>
    <p:extLst>
      <p:ext uri="{BB962C8B-B14F-4D97-AF65-F5344CB8AC3E}">
        <p14:creationId xmlns:p14="http://schemas.microsoft.com/office/powerpoint/2010/main" val="164434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0D87B-E202-AD74-4584-10592C9FE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6EBB40-85A5-831E-65FA-75F15E3EB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Tools </a:t>
            </a:r>
            <a:r>
              <a:rPr lang="de-DE" err="1"/>
              <a:t>Used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98999A9-C6FC-90C6-9A0C-7CEEB4F9B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November 7, 2026 | S. </a:t>
            </a:r>
            <a:fld id="{561C198A-D571-4C92-B39D-4B64E46A3772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FBA0AE8-7266-16EC-4F4B-BA5C8D4D47A0}"/>
              </a:ext>
            </a:extLst>
          </p:cNvPr>
          <p:cNvSpPr/>
          <p:nvPr/>
        </p:nvSpPr>
        <p:spPr>
          <a:xfrm>
            <a:off x="335360" y="980728"/>
            <a:ext cx="3672408" cy="1872208"/>
          </a:xfrm>
          <a:prstGeom prst="rect">
            <a:avLst/>
          </a:prstGeom>
          <a:ln>
            <a:solidFill>
              <a:srgbClr val="0013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0">
                <a:solidFill>
                  <a:srgbClr val="00133A"/>
                </a:solidFill>
              </a:rPr>
              <a:t>Market Research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2C502AC-D00C-1453-7F72-76E99809A193}"/>
              </a:ext>
            </a:extLst>
          </p:cNvPr>
          <p:cNvSpPr/>
          <p:nvPr/>
        </p:nvSpPr>
        <p:spPr>
          <a:xfrm>
            <a:off x="4367808" y="980728"/>
            <a:ext cx="3672408" cy="1872208"/>
          </a:xfrm>
          <a:prstGeom prst="rect">
            <a:avLst/>
          </a:prstGeom>
          <a:ln>
            <a:solidFill>
              <a:srgbClr val="0013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0">
                <a:solidFill>
                  <a:srgbClr val="00133A"/>
                </a:solidFill>
              </a:rPr>
              <a:t>Image Generation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A18E258-1958-6FE0-352C-E51FB0DDE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831" y="1484784"/>
            <a:ext cx="1844200" cy="4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52565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-Design">
  <a:themeElements>
    <a:clrScheme name="Graustuf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spcBef>
            <a:spcPts val="384"/>
          </a:spcBef>
          <a:tabLst>
            <a:tab pos="0" algn="l"/>
          </a:tabLst>
          <a:defRPr sz="1600" dirty="0" smtClean="0">
            <a:latin typeface="+mn-lt"/>
            <a:cs typeface="+mn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2F22EED2137014A992E877384244502" ma:contentTypeVersion="3" ma:contentTypeDescription="Ein neues Dokument erstellen." ma:contentTypeScope="" ma:versionID="318f10d3d962310501ac707ab923cc9a">
  <xsd:schema xmlns:xsd="http://www.w3.org/2001/XMLSchema" xmlns:xs="http://www.w3.org/2001/XMLSchema" xmlns:p="http://schemas.microsoft.com/office/2006/metadata/properties" xmlns:ns2="2ad38d60-92ed-4ce0-ab0a-9a3341f79afb" targetNamespace="http://schemas.microsoft.com/office/2006/metadata/properties" ma:root="true" ma:fieldsID="e44cf7837af72a178178c9ab632f2700" ns2:_="">
    <xsd:import namespace="2ad38d60-92ed-4ce0-ab0a-9a3341f79a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d38d60-92ed-4ce0-ab0a-9a3341f79a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FF125C-93D0-4724-BDE2-2760CB241C41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dcmitype/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infopath/2007/PartnerControls"/>
    <ds:schemaRef ds:uri="2ad38d60-92ed-4ce0-ab0a-9a3341f79afb"/>
  </ds:schemaRefs>
</ds:datastoreItem>
</file>

<file path=customXml/itemProps2.xml><?xml version="1.0" encoding="utf-8"?>
<ds:datastoreItem xmlns:ds="http://schemas.openxmlformats.org/officeDocument/2006/customXml" ds:itemID="{70F776A0-EA44-4A95-B39C-0BAFBCBB43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D376D0-D58C-4EB4-9549-0A32C114A825}">
  <ds:schemaRefs>
    <ds:schemaRef ds:uri="2ad38d60-92ed-4ce0-ab0a-9a3341f79af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</Words>
  <Application>Microsoft Office PowerPoint</Application>
  <PresentationFormat>Widescreen</PresentationFormat>
  <Paragraphs>120</Paragraphs>
  <Slides>13</Slides>
  <Notes>2</Notes>
  <HiddenSlides>3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Larissa-Design</vt:lpstr>
      <vt:lpstr>ProjectBuddy - From First Idea to Final Touch.</vt:lpstr>
      <vt:lpstr>From Concept to MVP: A Structured Development Process</vt:lpstr>
      <vt:lpstr>DIY Projects Often Fail Before They Even Begin</vt:lpstr>
      <vt:lpstr>One Idea Should Be Enough to Start a DIY Project</vt:lpstr>
      <vt:lpstr>We Help DIY Beginners Turn Ideas into Achievable Projects</vt:lpstr>
      <vt:lpstr>Roadmap Release</vt:lpstr>
      <vt:lpstr>MOSCOW</vt:lpstr>
      <vt:lpstr>PowerPoint Presentation</vt:lpstr>
      <vt:lpstr>PowerPoint Presentation</vt:lpstr>
      <vt:lpstr>PowerPoint Presentation</vt:lpstr>
      <vt:lpstr>DIY Market Is Evolving Through New Consumer Needs and Trends</vt:lpstr>
      <vt:lpstr>An Established DIY Market Still Leaves Room for a More Connected Experience</vt:lpstr>
      <vt:lpstr>Tools Used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x</dc:creator>
  <cp:lastModifiedBy>Schönhöfer, Sara</cp:lastModifiedBy>
  <cp:revision>51</cp:revision>
  <dcterms:created xsi:type="dcterms:W3CDTF">2010-09-27T12:02:20Z</dcterms:created>
  <dcterms:modified xsi:type="dcterms:W3CDTF">2026-10-24T08:25:05Z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0x010100E2F22EED2137014A992E877384244502</vt:lpwstr>
  </property>
</Properties>
</file>